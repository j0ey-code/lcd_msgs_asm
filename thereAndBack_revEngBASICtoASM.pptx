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docMetadata/LabelInfo.xml" ContentType="application/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presProps.xml" ContentType="application/vnd.openxmlformats-officedocument.presentationml.presProps+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_rels/presentation.xml.rels" ContentType="application/vnd.openxmlformats-package.relationships+xml"/>
  <Override PartName="/ppt/media/image12.svg" ContentType="image/svg"/>
  <Override PartName="/ppt/media/image8.svg" ContentType="image/svg"/>
  <Override PartName="/ppt/media/image13.png" ContentType="image/png"/>
  <Override PartName="/ppt/media/image10.svg" ContentType="image/svg"/>
  <Override PartName="/ppt/media/image9.png" ContentType="image/png"/>
  <Override PartName="/ppt/media/image18.png" ContentType="image/png"/>
  <Override PartName="/ppt/media/image20.png" ContentType="image/png"/>
  <Override PartName="/ppt/media/image6.svg" ContentType="image/svg"/>
  <Override PartName="/ppt/media/image11.png" ContentType="image/png"/>
  <Override PartName="/ppt/media/image7.png" ContentType="image/png"/>
  <Override PartName="/ppt/media/image16.png" ContentType="image/png"/>
  <Override PartName="/ppt/media/image17.jpeg" ContentType="image/jpeg"/>
  <Override PartName="/ppt/media/image4.svg" ContentType="image/svg"/>
  <Override PartName="/ppt/media/image3.png" ContentType="image/png"/>
  <Override PartName="/ppt/media/image28.png" ContentType="image/png"/>
  <Override PartName="/ppt/media/image27.png" ContentType="image/png"/>
  <Override PartName="/ppt/media/image26.png" ContentType="image/png"/>
  <Override PartName="/ppt/media/image5.png" ContentType="image/png"/>
  <Override PartName="/ppt/media/image14.png" ContentType="image/png"/>
  <Override PartName="/ppt/media/image25.png" ContentType="image/png"/>
  <Override PartName="/ppt/media/image24.png" ContentType="image/png"/>
  <Override PartName="/ppt/media/image23.png" ContentType="image/png"/>
  <Override PartName="/ppt/media/image22.png" ContentType="image/png"/>
  <Override PartName="/ppt/media/image2.svg" ContentType="image/svg"/>
  <Override PartName="/ppt/media/image21.png" ContentType="image/png"/>
  <Override PartName="/ppt/media/image19.png" ContentType="image/png"/>
  <Override PartName="/ppt/media/image15.jpeg" ContentType="image/jpeg"/>
  <Override PartName="/ppt/media/image1.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s/slide1.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microsoft.com/office/2020/02/relationships/classificationlabels" Target="docMetadata/LabelInfo.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Lst>
  <p:notesMasterIdLst>
    <p:notesMasterId r:id="rId15"/>
  </p:notesMasterIdLst>
  <p:sldIdLst>
    <p:sldId id="256" r:id="rId16"/>
    <p:sldId id="257" r:id="rId17"/>
    <p:sldId id="258" r:id="rId18"/>
    <p:sldId id="259" r:id="rId19"/>
    <p:sldId id="260" r:id="rId20"/>
    <p:sldId id="261" r:id="rId21"/>
    <p:sldId id="262" r:id="rId22"/>
    <p:sldId id="263" r:id="rId23"/>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notesMaster" Target="notesMasters/notesMaster1.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chemeClr val="dk1"/>
                </a:solidFill>
                <a:latin typeface="Tenorite"/>
              </a:rPr>
              <a:t>Click to move the slide</a:t>
            </a:r>
            <a:endParaRPr b="0" lang="en-US" sz="1800" spc="-1" strike="noStrike">
              <a:solidFill>
                <a:schemeClr val="dk1"/>
              </a:solidFill>
              <a:latin typeface="Tenorite"/>
            </a:endParaRPr>
          </a:p>
        </p:txBody>
      </p:sp>
      <p:sp>
        <p:nvSpPr>
          <p:cNvPr id="84"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5"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86" name="PlaceHolder 4"/>
          <p:cNvSpPr>
            <a:spLocks noGrp="1"/>
          </p:cNvSpPr>
          <p:nvPr>
            <p:ph type="dt" idx="19"/>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7" name="PlaceHolder 5"/>
          <p:cNvSpPr>
            <a:spLocks noGrp="1"/>
          </p:cNvSpPr>
          <p:nvPr>
            <p:ph type="ftr" idx="20"/>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8" name="PlaceHolder 6"/>
          <p:cNvSpPr>
            <a:spLocks noGrp="1"/>
          </p:cNvSpPr>
          <p:nvPr>
            <p:ph type="sldNum" idx="21"/>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D40E605D-3EBA-499F-8D1D-6FDBA00A2016}"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sldImg"/>
          </p:nvPr>
        </p:nvSpPr>
        <p:spPr>
          <a:xfrm>
            <a:off x="685800" y="1143000"/>
            <a:ext cx="5486040" cy="3085920"/>
          </a:xfrm>
          <a:prstGeom prst="rect">
            <a:avLst/>
          </a:prstGeom>
          <a:ln w="0">
            <a:noFill/>
          </a:ln>
        </p:spPr>
      </p:sp>
      <p:sp>
        <p:nvSpPr>
          <p:cNvPr id="1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35"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FEE1501-E453-4807-AACB-24640CB4D1C7}" type="slidenum">
              <a:rPr b="0" lang="en-US" sz="1200" spc="-1" strike="noStrike">
                <a:solidFill>
                  <a:srgbClr val="000000"/>
                </a:solidFill>
                <a:latin typeface="Times New Roman"/>
              </a:rPr>
              <a:t>7</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sldImg"/>
          </p:nvPr>
        </p:nvSpPr>
        <p:spPr>
          <a:xfrm>
            <a:off x="685800" y="1143000"/>
            <a:ext cx="5486040" cy="3085920"/>
          </a:xfrm>
          <a:prstGeom prst="rect">
            <a:avLst/>
          </a:prstGeom>
          <a:ln w="0">
            <a:noFill/>
          </a:ln>
        </p:spPr>
      </p:sp>
      <p:sp>
        <p:nvSpPr>
          <p:cNvPr id="1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38"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29F124E-40CF-4BB9-8F74-5CED992294F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sldImg"/>
          </p:nvPr>
        </p:nvSpPr>
        <p:spPr>
          <a:xfrm>
            <a:off x="685800" y="1143000"/>
            <a:ext cx="5486040" cy="3085920"/>
          </a:xfrm>
          <a:prstGeom prst="rect">
            <a:avLst/>
          </a:prstGeom>
          <a:ln w="0">
            <a:noFill/>
          </a:ln>
        </p:spPr>
      </p:sp>
      <p:sp>
        <p:nvSpPr>
          <p:cNvPr id="14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41"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E1E9FB2-AE23-4069-9A7B-42CF9CEA893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sldImg"/>
          </p:nvPr>
        </p:nvSpPr>
        <p:spPr>
          <a:xfrm>
            <a:off x="685800" y="1143000"/>
            <a:ext cx="5486040" cy="3085920"/>
          </a:xfrm>
          <a:prstGeom prst="rect">
            <a:avLst/>
          </a:prstGeom>
          <a:ln w="0">
            <a:noFill/>
          </a:ln>
        </p:spPr>
      </p:sp>
      <p:sp>
        <p:nvSpPr>
          <p:cNvPr id="14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44"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946A895-AD27-466E-B6D0-6EF40267E63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sldImg"/>
          </p:nvPr>
        </p:nvSpPr>
        <p:spPr>
          <a:xfrm>
            <a:off x="685800" y="1143000"/>
            <a:ext cx="5486040" cy="3085920"/>
          </a:xfrm>
          <a:prstGeom prst="rect">
            <a:avLst/>
          </a:prstGeom>
          <a:ln w="0">
            <a:noFill/>
          </a:ln>
        </p:spPr>
      </p:sp>
      <p:sp>
        <p:nvSpPr>
          <p:cNvPr id="14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47" name="PlaceHolder 3"/>
          <p:cNvSpPr>
            <a:spLocks noGrp="1"/>
          </p:cNvSpPr>
          <p:nvPr>
            <p:ph type="sldNum" idx="3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7C8DE0F-C9DF-4A1B-BF04-DCD48522BAF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Img"/>
          </p:nvPr>
        </p:nvSpPr>
        <p:spPr>
          <a:xfrm>
            <a:off x="685800" y="1143000"/>
            <a:ext cx="5486040" cy="3085920"/>
          </a:xfrm>
          <a:prstGeom prst="rect">
            <a:avLst/>
          </a:prstGeom>
          <a:ln w="0">
            <a:noFill/>
          </a:ln>
        </p:spPr>
      </p:sp>
      <p:sp>
        <p:nvSpPr>
          <p:cNvPr id="14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50" name="PlaceHolder 3"/>
          <p:cNvSpPr>
            <a:spLocks noGrp="1"/>
          </p:cNvSpPr>
          <p:nvPr>
            <p:ph type="sldNum" idx="3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CA3B3E4-876B-4354-81E2-F801597BC96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sldImg"/>
          </p:nvPr>
        </p:nvSpPr>
        <p:spPr>
          <a:xfrm>
            <a:off x="685800" y="1143000"/>
            <a:ext cx="5486040" cy="3085920"/>
          </a:xfrm>
          <a:prstGeom prst="rect">
            <a:avLst/>
          </a:prstGeom>
          <a:ln w="0">
            <a:noFill/>
          </a:ln>
        </p:spPr>
      </p:sp>
      <p:sp>
        <p:nvSpPr>
          <p:cNvPr id="15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53" name="PlaceHolder 3"/>
          <p:cNvSpPr>
            <a:spLocks noGrp="1"/>
          </p:cNvSpPr>
          <p:nvPr>
            <p:ph type="sldNum" idx="3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567711D-9704-4221-B0E1-76AB0AC72DD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685800" y="1143000"/>
            <a:ext cx="5486040" cy="3085920"/>
          </a:xfrm>
          <a:prstGeom prst="rect">
            <a:avLst/>
          </a:prstGeom>
          <a:ln w="0">
            <a:noFill/>
          </a:ln>
        </p:spPr>
      </p:sp>
      <p:sp>
        <p:nvSpPr>
          <p:cNvPr id="15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56" name="PlaceHolder 3"/>
          <p:cNvSpPr>
            <a:spLocks noGrp="1"/>
          </p:cNvSpPr>
          <p:nvPr>
            <p:ph type="sldNum" idx="3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7572EC8-5F68-4AD5-9839-C21E4CABE0F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able 1">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E306BA4E-F395-4346-989B-76A1B5B5AB55}"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4"/>
          </p:nvPr>
        </p:nvSpPr>
        <p:spPr/>
        <p:txBody>
          <a:bodyPr/>
          <a:p>
            <a:fld id="{97F01E11-88EF-43F9-8938-9D0745EC0C19}"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able 2">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FCDE7858-3668-469F-8A28-25745393F9CE}"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Closing">
    <p:spTree>
      <p:nvGrpSpPr>
        <p:cNvPr id="1" name=""/>
        <p:cNvGrpSpPr/>
        <p:nvPr/>
      </p:nvGrpSpPr>
      <p:grpSpPr>
        <a:xfrm>
          <a:off x="0" y="0"/>
          <a:ext cx="0" cy="0"/>
          <a:chOff x="0" y="0"/>
          <a:chExt cx="0" cy="0"/>
        </a:xfrm>
      </p:grpSpPr>
      <p:sp>
        <p:nvSpPr>
          <p:cNvPr id="31" name="PlaceHolder 1"/>
          <p:cNvSpPr>
            <a:spLocks noGrp="1"/>
          </p:cNvSpPr>
          <p:nvPr>
            <p:ph type="title"/>
          </p:nvPr>
        </p:nvSpPr>
        <p:spPr>
          <a:xfrm>
            <a:off x="4267080" y="1615680"/>
            <a:ext cx="4179240" cy="15242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enorite"/>
            </a:endParaRPr>
          </a:p>
        </p:txBody>
      </p:sp>
      <p:sp>
        <p:nvSpPr>
          <p:cNvPr id="32"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42D1DF67-12AA-44D1-95EA-1B7B411A0E0B}"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Agenda">
    <p:spTree>
      <p:nvGrpSpPr>
        <p:cNvPr id="1" name=""/>
        <p:cNvGrpSpPr/>
        <p:nvPr/>
      </p:nvGrpSpPr>
      <p:grpSpPr>
        <a:xfrm>
          <a:off x="0" y="0"/>
          <a:ext cx="0" cy="0"/>
          <a:chOff x="0" y="0"/>
          <a:chExt cx="0" cy="0"/>
        </a:xfrm>
      </p:grpSpPr>
      <p:sp>
        <p:nvSpPr>
          <p:cNvPr id="38" name="PlaceHolder 1"/>
          <p:cNvSpPr>
            <a:spLocks noGrp="1"/>
          </p:cNvSpPr>
          <p:nvPr>
            <p:ph type="title"/>
          </p:nvPr>
        </p:nvSpPr>
        <p:spPr>
          <a:xfrm>
            <a:off x="4267080" y="1615680"/>
            <a:ext cx="4179240" cy="15242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enorite"/>
            </a:endParaRPr>
          </a:p>
        </p:txBody>
      </p:sp>
      <p:sp>
        <p:nvSpPr>
          <p:cNvPr id="3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Tenorite"/>
            </a:endParaRPr>
          </a:p>
        </p:txBody>
      </p:sp>
      <p:sp>
        <p:nvSpPr>
          <p:cNvPr id="4" name="PlaceHolder 3"/>
          <p:cNvSpPr>
            <a:spLocks noGrp="1"/>
          </p:cNvSpPr>
          <p:nvPr>
            <p:ph type="ftr" idx="9"/>
          </p:nvPr>
        </p:nvSpPr>
        <p:spPr/>
        <p:txBody>
          <a:bodyPr/>
          <a:p>
            <a:r>
              <a:t>Footer</a:t>
            </a:r>
          </a:p>
        </p:txBody>
      </p:sp>
      <p:sp>
        <p:nvSpPr>
          <p:cNvPr id="5" name="PlaceHolder 4"/>
          <p:cNvSpPr>
            <a:spLocks noGrp="1"/>
          </p:cNvSpPr>
          <p:nvPr>
            <p:ph type="sldNum" idx="10"/>
          </p:nvPr>
        </p:nvSpPr>
        <p:spPr/>
        <p:txBody>
          <a:bodyPr/>
          <a:p>
            <a:fld id="{44A0DBB7-9405-4224-8E41-DDE4F1357F69}"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 1">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 2">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troduction">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8549F0CE-E40A-42FB-A9E0-4A4A786FB33C}"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 3">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1">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D41E015C-AB40-40E6-9D0D-3FD1722690B6}"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2">
    <p:spTree>
      <p:nvGrpSpPr>
        <p:cNvPr id="1" name=""/>
        <p:cNvGrpSpPr/>
        <p:nvPr/>
      </p:nvGrpSpPr>
      <p:grpSpPr>
        <a:xfrm>
          <a:off x="0" y="0"/>
          <a:ext cx="0" cy="0"/>
          <a:chOff x="0" y="0"/>
          <a:chExt cx="0" cy="0"/>
        </a:xfrm>
      </p:grpSpPr>
      <p:sp>
        <p:nvSpPr>
          <p:cNvPr id="2" name="PlaceHolder 1"/>
          <p:cNvSpPr>
            <a:spLocks noGrp="1"/>
          </p:cNvSpPr>
          <p:nvPr>
            <p:ph type="ftr" idx="15"/>
          </p:nvPr>
        </p:nvSpPr>
        <p:spPr/>
        <p:txBody>
          <a:bodyPr/>
          <a:p>
            <a:r>
              <a:t>Footer</a:t>
            </a:r>
          </a:p>
        </p:txBody>
      </p:sp>
      <p:sp>
        <p:nvSpPr>
          <p:cNvPr id="3" name="PlaceHolder 2"/>
          <p:cNvSpPr>
            <a:spLocks noGrp="1"/>
          </p:cNvSpPr>
          <p:nvPr>
            <p:ph type="sldNum" idx="16"/>
          </p:nvPr>
        </p:nvSpPr>
        <p:spPr/>
        <p:txBody>
          <a:bodyPr/>
          <a:p>
            <a:fld id="{6CBBE462-DD14-4781-AE06-CE8D2A5AAC22}"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ummary">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517DF33F-F469-4397-A7FA-8E1C12AA1A3E}"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441840" y="3329640"/>
            <a:ext cx="4941360" cy="3200040"/>
          </a:xfrm>
          <a:prstGeom prst="rect">
            <a:avLst/>
          </a:prstGeom>
          <a:noFill/>
          <a:ln w="0">
            <a:noFill/>
          </a:ln>
        </p:spPr>
        <p:txBody>
          <a:bodyPr lIns="91440" rIns="91440" tIns="45720" bIns="45720" anchor="ctr">
            <a:noAutofit/>
          </a:bodyPr>
          <a:p>
            <a:pPr indent="0" defTabSz="914400">
              <a:lnSpc>
                <a:spcPct val="90000"/>
              </a:lnSpc>
              <a:buNone/>
            </a:pPr>
            <a:r>
              <a:rPr b="0" lang="en-US" sz="3600" spc="148" strike="noStrike" cap="all">
                <a:solidFill>
                  <a:schemeClr val="dk1"/>
                </a:solidFill>
                <a:latin typeface="Tenorite"/>
              </a:rPr>
              <a:t>CLICK TO add title</a:t>
            </a:r>
            <a:endParaRPr b="0" lang="en-US" sz="3600" spc="-1" strike="noStrike">
              <a:solidFill>
                <a:schemeClr val="dk1"/>
              </a:solidFill>
              <a:latin typeface="Tenorite"/>
            </a:endParaRPr>
          </a:p>
        </p:txBody>
      </p:sp>
      <p:pic>
        <p:nvPicPr>
          <p:cNvPr id="1" name="Graphic 7" descr="">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0" y="0"/>
            <a:ext cx="9487800" cy="5054040"/>
          </a:xfrm>
          <a:prstGeom prst="rect">
            <a:avLst/>
          </a:prstGeom>
          <a:ln w="0">
            <a:noFill/>
          </a:ln>
        </p:spPr>
      </p:pic>
      <p:sp>
        <p:nvSpPr>
          <p:cNvPr id="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Tenorite"/>
              </a:rPr>
              <a:t>Click to edit the outline text format</a:t>
            </a:r>
            <a:endParaRPr b="0" lang="en-US" sz="2800" spc="-1" strike="noStrike">
              <a:solidFill>
                <a:schemeClr val="dk1"/>
              </a:solidFill>
              <a:latin typeface="Tenorite"/>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Tenorite"/>
              </a:rPr>
              <a:t>Second Outline Level</a:t>
            </a:r>
            <a:endParaRPr b="0" lang="en-US" sz="2000" spc="-1" strike="noStrike">
              <a:solidFill>
                <a:schemeClr val="dk1"/>
              </a:solidFill>
              <a:latin typeface="Tenorite"/>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Tenorite"/>
              </a:rPr>
              <a:t>Third Outline Level</a:t>
            </a:r>
            <a:endParaRPr b="0" lang="en-US" sz="1800" spc="-1" strike="noStrike">
              <a:solidFill>
                <a:schemeClr val="dk1"/>
              </a:solidFill>
              <a:latin typeface="Tenorite"/>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Tenorite"/>
              </a:rPr>
              <a:t>Fourth Outline Level</a:t>
            </a:r>
            <a:endParaRPr b="0" lang="en-US" sz="1800" spc="-1" strike="noStrike">
              <a:solidFill>
                <a:schemeClr val="dk1"/>
              </a:solidFill>
              <a:latin typeface="Tenorite"/>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Tenorite"/>
              </a:rPr>
              <a:t>Fifth Outline Level</a:t>
            </a:r>
            <a:endParaRPr b="0" lang="en-US" sz="2000" spc="-1" strike="noStrike">
              <a:solidFill>
                <a:schemeClr val="dk1"/>
              </a:solidFill>
              <a:latin typeface="Tenorite"/>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Tenorite"/>
              </a:rPr>
              <a:t>Sixth Outline Level</a:t>
            </a:r>
            <a:endParaRPr b="0" lang="en-US" sz="2000" spc="-1" strike="noStrike">
              <a:solidFill>
                <a:schemeClr val="dk1"/>
              </a:solidFill>
              <a:latin typeface="Tenorite"/>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Tenorite"/>
              </a:rPr>
              <a:t>Seventh Outline Level</a:t>
            </a:r>
            <a:endParaRPr b="0" lang="en-US" sz="2000" spc="-1" strike="noStrike">
              <a:solidFill>
                <a:schemeClr val="dk1"/>
              </a:solidFill>
              <a:latin typeface="Tenorite"/>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838080" y="895320"/>
            <a:ext cx="3247200" cy="1917360"/>
          </a:xfrm>
          <a:prstGeom prst="rect">
            <a:avLst/>
          </a:prstGeom>
          <a:noFill/>
          <a:ln w="0">
            <a:noFill/>
          </a:ln>
        </p:spPr>
        <p:txBody>
          <a:bodyPr lIns="91440" rIns="91440" tIns="45720" bIns="45720" anchor="ctr">
            <a:normAutofit/>
          </a:bodyPr>
          <a:p>
            <a:pPr indent="0" defTabSz="914400">
              <a:lnSpc>
                <a:spcPct val="90000"/>
              </a:lnSpc>
              <a:buNone/>
            </a:pPr>
            <a:r>
              <a:rPr b="0" lang="en-US" sz="2400" spc="148" strike="noStrike" cap="all">
                <a:solidFill>
                  <a:schemeClr val="dk1"/>
                </a:solidFill>
                <a:latin typeface="Tenorite"/>
              </a:rPr>
              <a:t>CLICK TO add title</a:t>
            </a:r>
            <a:endParaRPr b="0" lang="en-US" sz="2400" spc="-1" strike="noStrike">
              <a:solidFill>
                <a:schemeClr val="dk1"/>
              </a:solidFill>
              <a:latin typeface="Tenorite"/>
            </a:endParaRPr>
          </a:p>
        </p:txBody>
      </p:sp>
      <p:sp>
        <p:nvSpPr>
          <p:cNvPr id="4" name="PlaceHolder 2"/>
          <p:cNvSpPr>
            <a:spLocks noGrp="1"/>
          </p:cNvSpPr>
          <p:nvPr>
            <p:ph type="body"/>
          </p:nvPr>
        </p:nvSpPr>
        <p:spPr>
          <a:xfrm>
            <a:off x="838080" y="2813040"/>
            <a:ext cx="3247200" cy="3238200"/>
          </a:xfrm>
          <a:prstGeom prst="rect">
            <a:avLst/>
          </a:prstGeom>
          <a:noFill/>
          <a:ln w="0">
            <a:noFill/>
          </a:ln>
        </p:spPr>
        <p:txBody>
          <a:bodyPr lIns="91440" rIns="91440" tIns="0" bIns="45720" anchor="t">
            <a:normAutofit/>
          </a:bodyPr>
          <a:p>
            <a:pPr indent="0" defTabSz="914400">
              <a:lnSpc>
                <a:spcPct val="100000"/>
              </a:lnSpc>
              <a:spcBef>
                <a:spcPts val="1001"/>
              </a:spcBef>
              <a:buNone/>
              <a:tabLst>
                <a:tab algn="l" pos="0"/>
              </a:tabLst>
            </a:pPr>
            <a:r>
              <a:rPr b="0" lang="en-US" sz="1800" spc="49" strike="noStrike">
                <a:solidFill>
                  <a:schemeClr val="dk1"/>
                </a:solidFill>
                <a:latin typeface="Tenorite"/>
              </a:rPr>
              <a:t>Click to add content</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Second level</a:t>
            </a:r>
            <a:endParaRPr b="0" lang="en-US" sz="1800" spc="-1" strike="noStrike">
              <a:solidFill>
                <a:schemeClr val="dk1"/>
              </a:solidFill>
              <a:latin typeface="Tenorite"/>
            </a:endParaRPr>
          </a:p>
          <a:p>
            <a:pPr lvl="2" marL="56700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Third level</a:t>
            </a:r>
            <a:endParaRPr b="0" lang="en-US" sz="1800" spc="-1" strike="noStrike">
              <a:solidFill>
                <a:schemeClr val="dk1"/>
              </a:solidFill>
              <a:latin typeface="Tenorite"/>
            </a:endParaRPr>
          </a:p>
          <a:p>
            <a:pPr lvl="3" marL="85968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Fourth level</a:t>
            </a:r>
            <a:endParaRPr b="0" lang="en-US" sz="1800" spc="-1" strike="noStrike">
              <a:solidFill>
                <a:schemeClr val="dk1"/>
              </a:solidFill>
              <a:latin typeface="Tenorite"/>
            </a:endParaRPr>
          </a:p>
          <a:p>
            <a:pPr lvl="4" marL="115200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Fifth level</a:t>
            </a:r>
            <a:endParaRPr b="0" lang="en-US" sz="1800" spc="-1" strike="noStrike">
              <a:solidFill>
                <a:schemeClr val="dk1"/>
              </a:solidFill>
              <a:latin typeface="Tenorite"/>
            </a:endParaRPr>
          </a:p>
        </p:txBody>
      </p:sp>
      <p:sp>
        <p:nvSpPr>
          <p:cNvPr id="5" name="PlaceHolder 3"/>
          <p:cNvSpPr>
            <a:spLocks noGrp="1"/>
          </p:cNvSpPr>
          <p:nvPr>
            <p:ph type="body"/>
          </p:nvPr>
        </p:nvSpPr>
        <p:spPr>
          <a:xfrm>
            <a:off x="4216320" y="896040"/>
            <a:ext cx="7137000" cy="5115600"/>
          </a:xfrm>
          <a:prstGeom prst="rect">
            <a:avLst/>
          </a:prstGeom>
          <a:noFill/>
          <a:ln w="0">
            <a:noFill/>
          </a:ln>
        </p:spPr>
        <p:txBody>
          <a:bodyPr lIns="90000" rIns="90000" tIns="45000" bIns="45000" anchor="t">
            <a:normAutofit/>
          </a:bodyPr>
          <a:p>
            <a:pPr indent="0" algn="ctr" defTabSz="914400">
              <a:lnSpc>
                <a:spcPct val="100000"/>
              </a:lnSpc>
              <a:buNone/>
              <a:tabLst>
                <a:tab algn="l" pos="0"/>
              </a:tabLst>
            </a:pPr>
            <a:r>
              <a:rPr b="0" lang="en-US" sz="2000" spc="-1" strike="noStrike">
                <a:solidFill>
                  <a:schemeClr val="dk1"/>
                </a:solidFill>
                <a:latin typeface="Tenorite"/>
              </a:rPr>
              <a:t>Click icon to add table</a:t>
            </a:r>
            <a:endParaRPr b="0" lang="en-US" sz="2000" spc="-1" strike="noStrike">
              <a:solidFill>
                <a:schemeClr val="dk1"/>
              </a:solidFill>
              <a:latin typeface="Tenorite"/>
            </a:endParaRPr>
          </a:p>
        </p:txBody>
      </p:sp>
      <p:sp>
        <p:nvSpPr>
          <p:cNvPr id="6" name="PlaceHolder 4"/>
          <p:cNvSpPr>
            <a:spLocks noGrp="1"/>
          </p:cNvSpPr>
          <p:nvPr>
            <p:ph type="ftr" idx="1"/>
          </p:nvPr>
        </p:nvSpPr>
        <p:spPr>
          <a:xfrm>
            <a:off x="731520" y="6356520"/>
            <a:ext cx="381888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chemeClr val="dk1">
                    <a:tint val="75000"/>
                  </a:schemeClr>
                </a:solidFill>
                <a:latin typeface="Tenorite"/>
              </a:defRPr>
            </a:lvl1pPr>
          </a:lstStyle>
          <a:p>
            <a:pPr indent="0" defTabSz="914400">
              <a:lnSpc>
                <a:spcPct val="100000"/>
              </a:lnSpc>
              <a:buNone/>
            </a:pPr>
            <a:r>
              <a:rPr b="0" lang="en-US" sz="900" spc="-1" strike="noStrike">
                <a:solidFill>
                  <a:schemeClr val="dk1">
                    <a:tint val="75000"/>
                  </a:schemeClr>
                </a:solidFill>
                <a:latin typeface="Tenorite"/>
              </a:rPr>
              <a:t>&lt;footer&gt;</a:t>
            </a:r>
            <a:endParaRPr b="0" lang="en-US" sz="900" spc="-1" strike="noStrike">
              <a:solidFill>
                <a:srgbClr val="000000"/>
              </a:solidFill>
              <a:latin typeface="Times New Roman"/>
            </a:endParaRPr>
          </a:p>
        </p:txBody>
      </p:sp>
      <p:sp>
        <p:nvSpPr>
          <p:cNvPr id="7" name="PlaceHolder 5"/>
          <p:cNvSpPr>
            <a:spLocks noGrp="1"/>
          </p:cNvSpPr>
          <p:nvPr>
            <p:ph type="sldNum" idx="2"/>
          </p:nvPr>
        </p:nvSpPr>
        <p:spPr>
          <a:xfrm>
            <a:off x="10373400" y="6356520"/>
            <a:ext cx="9871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enorite"/>
              </a:defRPr>
            </a:lvl1pPr>
          </a:lstStyle>
          <a:p>
            <a:pPr indent="0" algn="r" defTabSz="914400">
              <a:lnSpc>
                <a:spcPct val="100000"/>
              </a:lnSpc>
              <a:buNone/>
            </a:pPr>
            <a:fld id="{FDC964B2-41DE-4AA7-BC9F-8397EE81C27B}" type="slidenum">
              <a:rPr b="0" lang="en-US" sz="900" spc="-1" strike="noStrike">
                <a:solidFill>
                  <a:schemeClr val="dk1">
                    <a:tint val="75000"/>
                  </a:schemeClr>
                </a:solidFill>
                <a:latin typeface="Tenorite"/>
              </a:rPr>
              <a:t>&lt;number&gt;</a:t>
            </a:fld>
            <a:endParaRPr b="0" lang="en-US" sz="900" spc="-1" strike="noStrike">
              <a:solidFill>
                <a:srgbClr val="000000"/>
              </a:solidFill>
              <a:latin typeface="Times New Roman"/>
            </a:endParaRPr>
          </a:p>
        </p:txBody>
      </p:sp>
      <p:grpSp>
        <p:nvGrpSpPr>
          <p:cNvPr id="8" name="Group 13">
            <a:extLst>
              <a:ext uri="{C183D7F6-B498-43B3-948B-1728B52AA6E4}">
                <adec:decorative xmlns:adec="http://schemas.microsoft.com/office/drawing/2017/decorative" val="1"/>
              </a:ext>
            </a:extLst>
          </p:cNvPr>
          <p:cNvGrpSpPr/>
          <p:nvPr/>
        </p:nvGrpSpPr>
        <p:grpSpPr>
          <a:xfrm>
            <a:off x="0" y="0"/>
            <a:ext cx="2327400" cy="1505520"/>
            <a:chOff x="0" y="0"/>
            <a:chExt cx="2327400" cy="1505520"/>
          </a:xfrm>
        </p:grpSpPr>
        <p:cxnSp>
          <p:nvCxnSpPr>
            <p:cNvPr id="9" name="Straight Connector 14"/>
            <p:cNvCxnSpPr/>
            <p:nvPr/>
          </p:nvCxnSpPr>
          <p:spPr>
            <a:xfrm flipH="1">
              <a:off x="0" y="0"/>
              <a:ext cx="1287720" cy="1505880"/>
            </a:xfrm>
            <a:prstGeom prst="straightConnector1">
              <a:avLst/>
            </a:prstGeom>
            <a:ln w="3175">
              <a:solidFill>
                <a:srgbClr val="000000"/>
              </a:solidFill>
            </a:ln>
          </p:spPr>
        </p:cxnSp>
        <p:cxnSp>
          <p:nvCxnSpPr>
            <p:cNvPr id="10" name="Straight Connector 15"/>
            <p:cNvCxnSpPr/>
            <p:nvPr/>
          </p:nvCxnSpPr>
          <p:spPr>
            <a:xfrm flipH="1">
              <a:off x="0" y="0"/>
              <a:ext cx="2327760" cy="1200960"/>
            </a:xfrm>
            <a:prstGeom prst="straightConnector1">
              <a:avLst/>
            </a:prstGeom>
            <a:ln>
              <a:solidFill>
                <a:srgbClr val="000000"/>
              </a:solidFill>
            </a:ln>
          </p:spPr>
        </p:cxnSp>
      </p:gr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38080" y="337320"/>
            <a:ext cx="5654880" cy="1997640"/>
          </a:xfrm>
          <a:prstGeom prst="rect">
            <a:avLst/>
          </a:prstGeom>
          <a:noFill/>
          <a:ln w="0">
            <a:noFill/>
          </a:ln>
        </p:spPr>
        <p:txBody>
          <a:bodyPr lIns="91440" rIns="91440" tIns="45720" bIns="45720" anchor="b">
            <a:normAutofit/>
          </a:bodyPr>
          <a:p>
            <a:pPr indent="0" defTabSz="914400">
              <a:lnSpc>
                <a:spcPct val="90000"/>
              </a:lnSpc>
              <a:buNone/>
            </a:pPr>
            <a:r>
              <a:rPr b="0" lang="en-US" sz="2800" spc="148" strike="noStrike" cap="all">
                <a:solidFill>
                  <a:schemeClr val="dk1"/>
                </a:solidFill>
                <a:latin typeface="Tenorite"/>
              </a:rPr>
              <a:t>CLICK TO add title</a:t>
            </a:r>
            <a:endParaRPr b="0" lang="en-US" sz="2800" spc="-1" strike="noStrike">
              <a:solidFill>
                <a:schemeClr val="dk1"/>
              </a:solidFill>
              <a:latin typeface="Tenorite"/>
            </a:endParaRPr>
          </a:p>
        </p:txBody>
      </p:sp>
      <p:sp>
        <p:nvSpPr>
          <p:cNvPr id="12" name="PlaceHolder 2"/>
          <p:cNvSpPr>
            <a:spLocks noGrp="1"/>
          </p:cNvSpPr>
          <p:nvPr>
            <p:ph type="body"/>
          </p:nvPr>
        </p:nvSpPr>
        <p:spPr>
          <a:xfrm>
            <a:off x="838080" y="2705040"/>
            <a:ext cx="5733360" cy="448560"/>
          </a:xfrm>
          <a:prstGeom prst="rect">
            <a:avLst/>
          </a:prstGeom>
          <a:noFill/>
          <a:ln w="0">
            <a:noFill/>
          </a:ln>
        </p:spPr>
        <p:txBody>
          <a:bodyPr lIns="91440" rIns="91440" tIns="45720" bIns="45720" anchor="ctr">
            <a:noAutofit/>
          </a:bodyPr>
          <a:p>
            <a:pPr indent="0" defTabSz="914400">
              <a:lnSpc>
                <a:spcPct val="90000"/>
              </a:lnSpc>
              <a:spcBef>
                <a:spcPts val="1001"/>
              </a:spcBef>
              <a:buNone/>
              <a:tabLst>
                <a:tab algn="l" pos="0"/>
              </a:tabLst>
            </a:pPr>
            <a:r>
              <a:rPr b="1" lang="en-US" sz="1800" spc="49" strike="noStrike">
                <a:solidFill>
                  <a:schemeClr val="dk1"/>
                </a:solidFill>
                <a:latin typeface="Tenorite"/>
              </a:rPr>
              <a:t>Click to add text</a:t>
            </a:r>
            <a:endParaRPr b="0" lang="en-US" sz="1800" spc="-1" strike="noStrike">
              <a:solidFill>
                <a:schemeClr val="dk1"/>
              </a:solidFill>
              <a:latin typeface="Tenorite"/>
            </a:endParaRPr>
          </a:p>
        </p:txBody>
      </p:sp>
      <p:sp>
        <p:nvSpPr>
          <p:cNvPr id="13" name="PlaceHolder 3"/>
          <p:cNvSpPr>
            <a:spLocks noGrp="1"/>
          </p:cNvSpPr>
          <p:nvPr>
            <p:ph type="body"/>
          </p:nvPr>
        </p:nvSpPr>
        <p:spPr>
          <a:xfrm>
            <a:off x="838080" y="3154320"/>
            <a:ext cx="5733360" cy="3032280"/>
          </a:xfrm>
          <a:prstGeom prst="rect">
            <a:avLst/>
          </a:prstGeom>
          <a:noFill/>
          <a:ln w="0">
            <a:noFill/>
          </a:ln>
        </p:spPr>
        <p:txBody>
          <a:bodyPr lIns="91440" rIns="91440" tIns="45720" bIns="45720" anchor="t">
            <a:normAutofit/>
          </a:bodyPr>
          <a:p>
            <a:pPr marL="285840" indent="-285840" defTabSz="914400">
              <a:lnSpc>
                <a:spcPct val="100000"/>
              </a:lnSpc>
              <a:spcBef>
                <a:spcPts val="1001"/>
              </a:spcBef>
              <a:buClr>
                <a:srgbClr val="000000"/>
              </a:buClr>
              <a:buFont typeface="Arial"/>
              <a:buChar char="•"/>
            </a:pPr>
            <a:r>
              <a:rPr b="0" lang="en-US" sz="1800" spc="49" strike="noStrike">
                <a:solidFill>
                  <a:schemeClr val="dk1"/>
                </a:solidFill>
                <a:latin typeface="Tenorite"/>
              </a:rPr>
              <a:t>Click to add content</a:t>
            </a:r>
            <a:endParaRPr b="0" lang="en-US" sz="1800" spc="-1" strike="noStrike">
              <a:solidFill>
                <a:schemeClr val="dk1"/>
              </a:solidFill>
              <a:latin typeface="Tenorite"/>
            </a:endParaRPr>
          </a:p>
          <a:p>
            <a:pPr lvl="1" marL="743040" indent="-285840" defTabSz="914400">
              <a:lnSpc>
                <a:spcPct val="100000"/>
              </a:lnSpc>
              <a:spcBef>
                <a:spcPts val="499"/>
              </a:spcBef>
              <a:buClr>
                <a:srgbClr val="000000"/>
              </a:buClr>
              <a:buFont typeface="Arial"/>
              <a:buChar char="•"/>
            </a:pPr>
            <a:r>
              <a:rPr b="0" lang="en-US" sz="1800" spc="49" strike="noStrike">
                <a:solidFill>
                  <a:schemeClr val="dk1"/>
                </a:solidFill>
                <a:latin typeface="Tenorite"/>
              </a:rPr>
              <a:t>Second level</a:t>
            </a:r>
            <a:endParaRPr b="0" lang="en-US" sz="1800" spc="-1" strike="noStrike">
              <a:solidFill>
                <a:schemeClr val="dk1"/>
              </a:solidFill>
              <a:latin typeface="Tenorite"/>
            </a:endParaRPr>
          </a:p>
          <a:p>
            <a:pPr lvl="2" marL="1200240" indent="-285840" defTabSz="914400">
              <a:lnSpc>
                <a:spcPct val="100000"/>
              </a:lnSpc>
              <a:spcBef>
                <a:spcPts val="499"/>
              </a:spcBef>
              <a:buClr>
                <a:srgbClr val="000000"/>
              </a:buClr>
              <a:buFont typeface="Arial"/>
              <a:buChar char="•"/>
            </a:pPr>
            <a:r>
              <a:rPr b="0" lang="en-US" sz="1800" spc="49" strike="noStrike">
                <a:solidFill>
                  <a:schemeClr val="dk1"/>
                </a:solidFill>
                <a:latin typeface="Tenorite"/>
              </a:rPr>
              <a:t>Third level</a:t>
            </a:r>
            <a:endParaRPr b="0" lang="en-US" sz="1800" spc="-1" strike="noStrike">
              <a:solidFill>
                <a:schemeClr val="dk1"/>
              </a:solidFill>
              <a:latin typeface="Tenorite"/>
            </a:endParaRPr>
          </a:p>
          <a:p>
            <a:pPr lvl="3" marL="1657440" indent="-285840" defTabSz="914400">
              <a:lnSpc>
                <a:spcPct val="100000"/>
              </a:lnSpc>
              <a:spcBef>
                <a:spcPts val="499"/>
              </a:spcBef>
              <a:buClr>
                <a:srgbClr val="000000"/>
              </a:buClr>
              <a:buFont typeface="Arial"/>
              <a:buChar char="•"/>
            </a:pPr>
            <a:r>
              <a:rPr b="0" lang="en-US" sz="1800" spc="49" strike="noStrike">
                <a:solidFill>
                  <a:schemeClr val="dk1"/>
                </a:solidFill>
                <a:latin typeface="Tenorite"/>
              </a:rPr>
              <a:t>Fourth level</a:t>
            </a:r>
            <a:endParaRPr b="0" lang="en-US" sz="1800" spc="-1" strike="noStrike">
              <a:solidFill>
                <a:schemeClr val="dk1"/>
              </a:solidFill>
              <a:latin typeface="Tenorite"/>
            </a:endParaRPr>
          </a:p>
          <a:p>
            <a:pPr lvl="4" marL="2114640" indent="-285840" defTabSz="914400">
              <a:lnSpc>
                <a:spcPct val="100000"/>
              </a:lnSpc>
              <a:spcBef>
                <a:spcPts val="499"/>
              </a:spcBef>
              <a:buClr>
                <a:srgbClr val="000000"/>
              </a:buClr>
              <a:buFont typeface="Arial"/>
              <a:buChar char="•"/>
            </a:pPr>
            <a:r>
              <a:rPr b="0" lang="en-US" sz="1800" spc="49" strike="noStrike">
                <a:solidFill>
                  <a:schemeClr val="dk1"/>
                </a:solidFill>
                <a:latin typeface="Tenorite"/>
              </a:rPr>
              <a:t>Fifth level</a:t>
            </a:r>
            <a:endParaRPr b="0" lang="en-US" sz="1800" spc="-1" strike="noStrike">
              <a:solidFill>
                <a:schemeClr val="dk1"/>
              </a:solidFill>
              <a:latin typeface="Tenorite"/>
            </a:endParaRPr>
          </a:p>
        </p:txBody>
      </p:sp>
      <p:sp>
        <p:nvSpPr>
          <p:cNvPr id="14" name="PlaceHolder 4"/>
          <p:cNvSpPr>
            <a:spLocks noGrp="1"/>
          </p:cNvSpPr>
          <p:nvPr>
            <p:ph type="body"/>
          </p:nvPr>
        </p:nvSpPr>
        <p:spPr>
          <a:xfrm>
            <a:off x="7887240" y="2705040"/>
            <a:ext cx="3943440" cy="448560"/>
          </a:xfrm>
          <a:prstGeom prst="rect">
            <a:avLst/>
          </a:prstGeom>
          <a:noFill/>
          <a:ln w="0">
            <a:noFill/>
          </a:ln>
        </p:spPr>
        <p:txBody>
          <a:bodyPr lIns="91440" rIns="91440" tIns="45720" bIns="45720" anchor="ctr">
            <a:noAutofit/>
          </a:bodyPr>
          <a:p>
            <a:pPr indent="0" defTabSz="914400">
              <a:lnSpc>
                <a:spcPct val="90000"/>
              </a:lnSpc>
              <a:spcBef>
                <a:spcPts val="1001"/>
              </a:spcBef>
              <a:buNone/>
              <a:tabLst>
                <a:tab algn="l" pos="0"/>
              </a:tabLst>
            </a:pPr>
            <a:r>
              <a:rPr b="1" lang="en-US" sz="1800" spc="49" strike="noStrike">
                <a:solidFill>
                  <a:schemeClr val="dk1"/>
                </a:solidFill>
                <a:latin typeface="Tenorite"/>
              </a:rPr>
              <a:t>Click to add text</a:t>
            </a:r>
            <a:endParaRPr b="0" lang="en-US" sz="1800" spc="-1" strike="noStrike">
              <a:solidFill>
                <a:schemeClr val="dk1"/>
              </a:solidFill>
              <a:latin typeface="Tenorite"/>
            </a:endParaRPr>
          </a:p>
        </p:txBody>
      </p:sp>
      <p:sp>
        <p:nvSpPr>
          <p:cNvPr id="15" name="PlaceHolder 5"/>
          <p:cNvSpPr>
            <a:spLocks noGrp="1"/>
          </p:cNvSpPr>
          <p:nvPr>
            <p:ph type="body"/>
          </p:nvPr>
        </p:nvSpPr>
        <p:spPr>
          <a:xfrm>
            <a:off x="7887240" y="3164760"/>
            <a:ext cx="3943440" cy="3032280"/>
          </a:xfrm>
          <a:prstGeom prst="rect">
            <a:avLst/>
          </a:prstGeom>
          <a:noFill/>
          <a:ln w="0">
            <a:noFill/>
          </a:ln>
        </p:spPr>
        <p:txBody>
          <a:bodyPr lIns="91440" rIns="91440" tIns="0" bIns="45720" anchor="t">
            <a:normAutofit/>
          </a:bodyPr>
          <a:p>
            <a:pPr indent="0" defTabSz="914400">
              <a:lnSpc>
                <a:spcPct val="100000"/>
              </a:lnSpc>
              <a:spcBef>
                <a:spcPts val="1001"/>
              </a:spcBef>
              <a:buNone/>
              <a:tabLst>
                <a:tab algn="l" pos="0"/>
              </a:tabLst>
            </a:pPr>
            <a:r>
              <a:rPr b="0" lang="en-US" sz="1800" spc="49" strike="noStrike">
                <a:solidFill>
                  <a:schemeClr val="dk1"/>
                </a:solidFill>
                <a:latin typeface="Tenorite"/>
              </a:rPr>
              <a:t>Click to add content</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Second level</a:t>
            </a:r>
            <a:endParaRPr b="0" lang="en-US" sz="1800" spc="-1" strike="noStrike">
              <a:solidFill>
                <a:schemeClr val="dk1"/>
              </a:solidFill>
              <a:latin typeface="Tenorite"/>
            </a:endParaRPr>
          </a:p>
          <a:p>
            <a:pPr lvl="2" marL="56700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Third level</a:t>
            </a:r>
            <a:endParaRPr b="0" lang="en-US" sz="1800" spc="-1" strike="noStrike">
              <a:solidFill>
                <a:schemeClr val="dk1"/>
              </a:solidFill>
              <a:latin typeface="Tenorite"/>
            </a:endParaRPr>
          </a:p>
          <a:p>
            <a:pPr lvl="3" marL="85968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Fourth level</a:t>
            </a:r>
            <a:endParaRPr b="0" lang="en-US" sz="1800" spc="-1" strike="noStrike">
              <a:solidFill>
                <a:schemeClr val="dk1"/>
              </a:solidFill>
              <a:latin typeface="Tenorite"/>
            </a:endParaRPr>
          </a:p>
          <a:p>
            <a:pPr lvl="4" marL="115200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Fifth level</a:t>
            </a:r>
            <a:endParaRPr b="0" lang="en-US" sz="1800" spc="-1" strike="noStrike">
              <a:solidFill>
                <a:schemeClr val="dk1"/>
              </a:solidFill>
              <a:latin typeface="Tenorite"/>
            </a:endParaRPr>
          </a:p>
        </p:txBody>
      </p:sp>
      <p:sp>
        <p:nvSpPr>
          <p:cNvPr id="16" name="PlaceHolder 6"/>
          <p:cNvSpPr>
            <a:spLocks noGrp="1"/>
          </p:cNvSpPr>
          <p:nvPr>
            <p:ph type="ftr" idx="3"/>
          </p:nvPr>
        </p:nvSpPr>
        <p:spPr>
          <a:xfrm>
            <a:off x="843840" y="6356520"/>
            <a:ext cx="411444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chemeClr val="dk1">
                    <a:tint val="75000"/>
                  </a:schemeClr>
                </a:solidFill>
                <a:latin typeface="Tenorite"/>
              </a:defRPr>
            </a:lvl1pPr>
          </a:lstStyle>
          <a:p>
            <a:pPr indent="0" defTabSz="914400">
              <a:lnSpc>
                <a:spcPct val="100000"/>
              </a:lnSpc>
              <a:buNone/>
            </a:pPr>
            <a:r>
              <a:rPr b="0" lang="en-US" sz="900" spc="-1" strike="noStrike">
                <a:solidFill>
                  <a:schemeClr val="dk1">
                    <a:tint val="75000"/>
                  </a:schemeClr>
                </a:solidFill>
                <a:latin typeface="Tenorite"/>
              </a:rPr>
              <a:t>&lt;footer&gt;</a:t>
            </a:r>
            <a:endParaRPr b="0" lang="en-US" sz="900" spc="-1" strike="noStrike">
              <a:solidFill>
                <a:srgbClr val="000000"/>
              </a:solidFill>
              <a:latin typeface="Times New Roman"/>
            </a:endParaRPr>
          </a:p>
        </p:txBody>
      </p:sp>
      <p:sp>
        <p:nvSpPr>
          <p:cNvPr id="17" name="PlaceHolder 7"/>
          <p:cNvSpPr>
            <a:spLocks noGrp="1"/>
          </p:cNvSpPr>
          <p:nvPr>
            <p:ph type="sldNum" idx="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enorite"/>
              </a:defRPr>
            </a:lvl1pPr>
          </a:lstStyle>
          <a:p>
            <a:pPr indent="0" algn="r" defTabSz="914400">
              <a:lnSpc>
                <a:spcPct val="100000"/>
              </a:lnSpc>
              <a:buNone/>
            </a:pPr>
            <a:fld id="{32D33795-0928-4B46-B83F-1F530C9050DD}" type="slidenum">
              <a:rPr b="0" lang="en-US" sz="900" spc="-1" strike="noStrike">
                <a:solidFill>
                  <a:schemeClr val="dk1">
                    <a:tint val="75000"/>
                  </a:schemeClr>
                </a:solidFill>
                <a:latin typeface="Tenorite"/>
              </a:rPr>
              <a:t>&lt;number&gt;</a:t>
            </a:fld>
            <a:endParaRPr b="0" lang="en-US" sz="900" spc="-1" strike="noStrike">
              <a:solidFill>
                <a:srgbClr val="000000"/>
              </a:solidFill>
              <a:latin typeface="Times New Roman"/>
            </a:endParaRPr>
          </a:p>
        </p:txBody>
      </p:sp>
      <p:pic>
        <p:nvPicPr>
          <p:cNvPr id="18" name="Graphic 12" descr="">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flipH="1" rot="10800000">
            <a:off x="6308280" y="0"/>
            <a:ext cx="5883120" cy="23659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9" name="Group 9">
            <a:extLst>
              <a:ext uri="{C183D7F6-B498-43B3-948B-1728B52AA6E4}">
                <adec:decorative xmlns:adec="http://schemas.microsoft.com/office/drawing/2017/decorative" val="1"/>
              </a:ext>
            </a:extLst>
          </p:cNvPr>
          <p:cNvGrpSpPr/>
          <p:nvPr/>
        </p:nvGrpSpPr>
        <p:grpSpPr>
          <a:xfrm>
            <a:off x="0" y="0"/>
            <a:ext cx="2590560" cy="1027800"/>
            <a:chOff x="0" y="0"/>
            <a:chExt cx="2590560" cy="1027800"/>
          </a:xfrm>
        </p:grpSpPr>
        <p:cxnSp>
          <p:nvCxnSpPr>
            <p:cNvPr id="20" name="Straight Connector 10"/>
            <p:cNvCxnSpPr/>
            <p:nvPr/>
          </p:nvCxnSpPr>
          <p:spPr>
            <a:xfrm flipV="1">
              <a:off x="0" y="0"/>
              <a:ext cx="2590920" cy="762120"/>
            </a:xfrm>
            <a:prstGeom prst="straightConnector1">
              <a:avLst/>
            </a:prstGeom>
            <a:ln>
              <a:solidFill>
                <a:srgbClr val="000000"/>
              </a:solidFill>
            </a:ln>
          </p:spPr>
        </p:cxnSp>
        <p:cxnSp>
          <p:nvCxnSpPr>
            <p:cNvPr id="21" name="Straight Connector 11"/>
            <p:cNvCxnSpPr/>
            <p:nvPr/>
          </p:nvCxnSpPr>
          <p:spPr>
            <a:xfrm flipH="1">
              <a:off x="0" y="0"/>
              <a:ext cx="704880" cy="1028160"/>
            </a:xfrm>
            <a:prstGeom prst="straightConnector1">
              <a:avLst/>
            </a:prstGeom>
            <a:ln>
              <a:solidFill>
                <a:srgbClr val="000000"/>
              </a:solidFill>
            </a:ln>
          </p:spPr>
        </p:cxnSp>
      </p:grpSp>
      <p:sp>
        <p:nvSpPr>
          <p:cNvPr id="22" name="PlaceHolder 1"/>
          <p:cNvSpPr>
            <a:spLocks noGrp="1"/>
          </p:cNvSpPr>
          <p:nvPr>
            <p:ph type="title"/>
          </p:nvPr>
        </p:nvSpPr>
        <p:spPr>
          <a:xfrm>
            <a:off x="838080" y="353520"/>
            <a:ext cx="10515240" cy="1325160"/>
          </a:xfrm>
          <a:prstGeom prst="rect">
            <a:avLst/>
          </a:prstGeom>
          <a:noFill/>
          <a:ln w="0">
            <a:noFill/>
          </a:ln>
        </p:spPr>
        <p:txBody>
          <a:bodyPr lIns="91440" rIns="91440" tIns="45720" bIns="45720" anchor="b">
            <a:normAutofit/>
          </a:bodyPr>
          <a:p>
            <a:pPr indent="0" algn="ctr" defTabSz="914400">
              <a:lnSpc>
                <a:spcPct val="90000"/>
              </a:lnSpc>
              <a:buNone/>
            </a:pPr>
            <a:r>
              <a:rPr b="0" lang="en-US" sz="2800" spc="148" strike="noStrike" cap="all">
                <a:solidFill>
                  <a:schemeClr val="dk1"/>
                </a:solidFill>
                <a:latin typeface="Tenorite"/>
              </a:rPr>
              <a:t>CLICK TO add title</a:t>
            </a:r>
            <a:endParaRPr b="0" lang="en-US" sz="2800" spc="-1" strike="noStrike">
              <a:solidFill>
                <a:schemeClr val="dk1"/>
              </a:solidFill>
              <a:latin typeface="Tenorite"/>
            </a:endParaRPr>
          </a:p>
        </p:txBody>
      </p:sp>
      <p:sp>
        <p:nvSpPr>
          <p:cNvPr id="23" name="PlaceHolder 2"/>
          <p:cNvSpPr>
            <a:spLocks noGrp="1"/>
          </p:cNvSpPr>
          <p:nvPr>
            <p:ph type="body"/>
          </p:nvPr>
        </p:nvSpPr>
        <p:spPr>
          <a:xfrm>
            <a:off x="838080" y="2111400"/>
            <a:ext cx="10515240" cy="3570480"/>
          </a:xfrm>
          <a:prstGeom prst="rect">
            <a:avLst/>
          </a:prstGeom>
          <a:noFill/>
          <a:ln w="0">
            <a:noFill/>
          </a:ln>
        </p:spPr>
        <p:txBody>
          <a:bodyPr lIns="90000" rIns="90000" tIns="45000" bIns="45000" anchor="t">
            <a:normAutofit/>
          </a:bodyPr>
          <a:p>
            <a:pPr indent="0" algn="ctr" defTabSz="914400">
              <a:lnSpc>
                <a:spcPct val="100000"/>
              </a:lnSpc>
              <a:buNone/>
              <a:tabLst>
                <a:tab algn="l" pos="0"/>
              </a:tabLst>
            </a:pPr>
            <a:r>
              <a:rPr b="0" lang="en-US" sz="2000" spc="-1" strike="noStrike">
                <a:solidFill>
                  <a:schemeClr val="dk1"/>
                </a:solidFill>
                <a:latin typeface="Tenorite"/>
              </a:rPr>
              <a:t>Click icon to add table</a:t>
            </a:r>
            <a:endParaRPr b="0" lang="en-US" sz="2000" spc="-1" strike="noStrike">
              <a:solidFill>
                <a:schemeClr val="dk1"/>
              </a:solidFill>
              <a:latin typeface="Tenorite"/>
            </a:endParaRPr>
          </a:p>
        </p:txBody>
      </p:sp>
      <p:sp>
        <p:nvSpPr>
          <p:cNvPr id="24" name="PlaceHolder 3"/>
          <p:cNvSpPr>
            <a:spLocks noGrp="1"/>
          </p:cNvSpPr>
          <p:nvPr>
            <p:ph type="ftr" idx="5"/>
          </p:nvPr>
        </p:nvSpPr>
        <p:spPr>
          <a:xfrm>
            <a:off x="838080" y="6356520"/>
            <a:ext cx="381888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chemeClr val="dk1">
                    <a:tint val="75000"/>
                  </a:schemeClr>
                </a:solidFill>
                <a:latin typeface="Tenorite"/>
              </a:defRPr>
            </a:lvl1pPr>
          </a:lstStyle>
          <a:p>
            <a:pPr indent="0" defTabSz="914400">
              <a:lnSpc>
                <a:spcPct val="100000"/>
              </a:lnSpc>
              <a:buNone/>
            </a:pPr>
            <a:r>
              <a:rPr b="0" lang="en-US" sz="900" spc="-1" strike="noStrike">
                <a:solidFill>
                  <a:schemeClr val="dk1">
                    <a:tint val="75000"/>
                  </a:schemeClr>
                </a:solidFill>
                <a:latin typeface="Tenorite"/>
              </a:rPr>
              <a:t>&lt;footer&gt;</a:t>
            </a:r>
            <a:endParaRPr b="0" lang="en-US" sz="900" spc="-1" strike="noStrike">
              <a:solidFill>
                <a:srgbClr val="000000"/>
              </a:solidFill>
              <a:latin typeface="Times New Roman"/>
            </a:endParaRPr>
          </a:p>
        </p:txBody>
      </p:sp>
      <p:sp>
        <p:nvSpPr>
          <p:cNvPr id="25" name="PlaceHolder 4"/>
          <p:cNvSpPr>
            <a:spLocks noGrp="1"/>
          </p:cNvSpPr>
          <p:nvPr>
            <p:ph type="sldNum" idx="6"/>
          </p:nvPr>
        </p:nvSpPr>
        <p:spPr>
          <a:xfrm>
            <a:off x="10373400" y="6356520"/>
            <a:ext cx="9871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enorite"/>
              </a:defRPr>
            </a:lvl1pPr>
          </a:lstStyle>
          <a:p>
            <a:pPr indent="0" algn="r" defTabSz="914400">
              <a:lnSpc>
                <a:spcPct val="100000"/>
              </a:lnSpc>
              <a:buNone/>
            </a:pPr>
            <a:fld id="{DEE80D25-BD71-42F0-A315-D0E4C94FA5FC}" type="slidenum">
              <a:rPr b="0" lang="en-US" sz="900" spc="-1" strike="noStrike">
                <a:solidFill>
                  <a:schemeClr val="dk1">
                    <a:tint val="75000"/>
                  </a:schemeClr>
                </a:solidFill>
                <a:latin typeface="Tenorite"/>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267080" y="1615680"/>
            <a:ext cx="4179240" cy="1524240"/>
          </a:xfrm>
          <a:prstGeom prst="rect">
            <a:avLst/>
          </a:prstGeom>
          <a:noFill/>
          <a:ln w="0">
            <a:noFill/>
          </a:ln>
        </p:spPr>
        <p:txBody>
          <a:bodyPr lIns="91440" rIns="91440" tIns="45720" bIns="45720" anchor="b">
            <a:noAutofit/>
          </a:bodyPr>
          <a:p>
            <a:pPr indent="0" defTabSz="914400">
              <a:lnSpc>
                <a:spcPct val="90000"/>
              </a:lnSpc>
              <a:buNone/>
            </a:pPr>
            <a:r>
              <a:rPr b="0" lang="en-US" sz="3600" spc="148" strike="noStrike" cap="all">
                <a:solidFill>
                  <a:schemeClr val="lt1"/>
                </a:solidFill>
                <a:latin typeface="Tenorite"/>
              </a:rPr>
              <a:t>CLICK TO add title</a:t>
            </a:r>
            <a:endParaRPr b="0" lang="en-US" sz="3600" spc="-1" strike="noStrike">
              <a:solidFill>
                <a:schemeClr val="dk1"/>
              </a:solidFill>
              <a:latin typeface="Tenorite"/>
            </a:endParaRPr>
          </a:p>
        </p:txBody>
      </p:sp>
      <p:pic>
        <p:nvPicPr>
          <p:cNvPr id="27" name="Graphic 5" descr="">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0" y="0"/>
            <a:ext cx="3176640" cy="6857640"/>
          </a:xfrm>
          <a:prstGeom prst="rect">
            <a:avLst/>
          </a:prstGeom>
          <a:ln w="0">
            <a:noFill/>
          </a:ln>
        </p:spPr>
      </p:pic>
      <p:sp>
        <p:nvSpPr>
          <p:cNvPr id="28" name="PlaceHolder 2"/>
          <p:cNvSpPr>
            <a:spLocks noGrp="1"/>
          </p:cNvSpPr>
          <p:nvPr>
            <p:ph type="ftr" idx="7"/>
          </p:nvPr>
        </p:nvSpPr>
        <p:spPr>
          <a:xfrm>
            <a:off x="4267080" y="6356520"/>
            <a:ext cx="417924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chemeClr val="dk1">
                    <a:tint val="75000"/>
                  </a:schemeClr>
                </a:solidFill>
                <a:latin typeface="Tenorite"/>
              </a:defRPr>
            </a:lvl1pPr>
          </a:lstStyle>
          <a:p>
            <a:pPr indent="0" defTabSz="914400">
              <a:lnSpc>
                <a:spcPct val="100000"/>
              </a:lnSpc>
              <a:buNone/>
            </a:pPr>
            <a:r>
              <a:rPr b="0" lang="en-US" sz="900" spc="-1" strike="noStrike">
                <a:solidFill>
                  <a:schemeClr val="dk1">
                    <a:tint val="75000"/>
                  </a:schemeClr>
                </a:solidFill>
                <a:latin typeface="Tenorite"/>
              </a:rPr>
              <a:t>&lt;footer&gt;</a:t>
            </a:r>
            <a:endParaRPr b="0" lang="en-US" sz="900" spc="-1" strike="noStrike">
              <a:solidFill>
                <a:srgbClr val="ffffff"/>
              </a:solidFill>
              <a:latin typeface="Times New Roman"/>
            </a:endParaRPr>
          </a:p>
        </p:txBody>
      </p:sp>
      <p:sp>
        <p:nvSpPr>
          <p:cNvPr id="29" name="PlaceHolder 3"/>
          <p:cNvSpPr>
            <a:spLocks noGrp="1"/>
          </p:cNvSpPr>
          <p:nvPr>
            <p:ph type="sldNum" idx="8"/>
          </p:nvPr>
        </p:nvSpPr>
        <p:spPr>
          <a:xfrm>
            <a:off x="9579600" y="6356520"/>
            <a:ext cx="177408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enorite"/>
              </a:defRPr>
            </a:lvl1pPr>
          </a:lstStyle>
          <a:p>
            <a:pPr indent="0" algn="r" defTabSz="914400">
              <a:lnSpc>
                <a:spcPct val="100000"/>
              </a:lnSpc>
              <a:buNone/>
            </a:pPr>
            <a:fld id="{C2F3DC5C-3F61-4444-86E1-2E282FABD86B}" type="slidenum">
              <a:rPr b="0" lang="en-US" sz="900" spc="-1" strike="noStrike">
                <a:solidFill>
                  <a:schemeClr val="dk1">
                    <a:tint val="75000"/>
                  </a:schemeClr>
                </a:solidFill>
                <a:latin typeface="Tenorite"/>
              </a:rPr>
              <a:t>&lt;number&gt;</a:t>
            </a:fld>
            <a:endParaRPr b="0" lang="en-US" sz="900" spc="-1" strike="noStrike">
              <a:solidFill>
                <a:srgbClr val="ffffff"/>
              </a:solidFill>
              <a:latin typeface="Times New Roman"/>
            </a:endParaRPr>
          </a:p>
        </p:txBody>
      </p:sp>
      <p:sp>
        <p:nvSpPr>
          <p:cNvPr id="30"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2800" spc="-1" strike="noStrike">
                <a:solidFill>
                  <a:schemeClr val="dk1"/>
                </a:solidFill>
                <a:latin typeface="Tenorite"/>
              </a:rPr>
              <a:t>Click to edit the outline text format</a:t>
            </a:r>
            <a:endParaRPr b="0" lang="en-US" sz="2800" spc="-1" strike="noStrike">
              <a:solidFill>
                <a:schemeClr val="dk1"/>
              </a:solidFill>
              <a:latin typeface="Tenorite"/>
            </a:endParaRPr>
          </a:p>
          <a:p>
            <a:pPr lvl="1" marL="864000" indent="-324000">
              <a:lnSpc>
                <a:spcPct val="90000"/>
              </a:lnSpc>
              <a:spcBef>
                <a:spcPts val="1134"/>
              </a:spcBef>
              <a:buClr>
                <a:srgbClr val="ffffff"/>
              </a:buClr>
              <a:buSzPct val="75000"/>
              <a:buFont typeface="Symbol" charset="2"/>
              <a:buChar char=""/>
            </a:pPr>
            <a:r>
              <a:rPr b="0" lang="en-US" sz="2000" spc="-1" strike="noStrike">
                <a:solidFill>
                  <a:schemeClr val="dk1"/>
                </a:solidFill>
                <a:latin typeface="Tenorite"/>
              </a:rPr>
              <a:t>Second Outline Level</a:t>
            </a:r>
            <a:endParaRPr b="0" lang="en-US" sz="2000" spc="-1" strike="noStrike">
              <a:solidFill>
                <a:schemeClr val="dk1"/>
              </a:solidFill>
              <a:latin typeface="Tenorite"/>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chemeClr val="dk1"/>
                </a:solidFill>
                <a:latin typeface="Tenorite"/>
              </a:rPr>
              <a:t>Third Outline Level</a:t>
            </a:r>
            <a:endParaRPr b="0" lang="en-US" sz="1800" spc="-1" strike="noStrike">
              <a:solidFill>
                <a:schemeClr val="dk1"/>
              </a:solidFill>
              <a:latin typeface="Tenorite"/>
            </a:endParaRPr>
          </a:p>
          <a:p>
            <a:pPr lvl="3" marL="1728000" indent="-216000">
              <a:lnSpc>
                <a:spcPct val="90000"/>
              </a:lnSpc>
              <a:spcBef>
                <a:spcPts val="567"/>
              </a:spcBef>
              <a:buClr>
                <a:srgbClr val="ffffff"/>
              </a:buClr>
              <a:buSzPct val="75000"/>
              <a:buFont typeface="Symbol" charset="2"/>
              <a:buChar char=""/>
            </a:pPr>
            <a:r>
              <a:rPr b="0" lang="en-US" sz="1800" spc="-1" strike="noStrike">
                <a:solidFill>
                  <a:schemeClr val="dk1"/>
                </a:solidFill>
                <a:latin typeface="Tenorite"/>
              </a:rPr>
              <a:t>Fourth Outline Level</a:t>
            </a:r>
            <a:endParaRPr b="0" lang="en-US" sz="1800" spc="-1" strike="noStrike">
              <a:solidFill>
                <a:schemeClr val="dk1"/>
              </a:solidFill>
              <a:latin typeface="Tenorite"/>
            </a:endParaRPr>
          </a:p>
          <a:p>
            <a:pPr lvl="4" marL="2160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Tenorite"/>
              </a:rPr>
              <a:t>Fifth Outline Level</a:t>
            </a:r>
            <a:endParaRPr b="0" lang="en-US" sz="2000" spc="-1" strike="noStrike">
              <a:solidFill>
                <a:schemeClr val="dk1"/>
              </a:solidFill>
              <a:latin typeface="Tenorite"/>
            </a:endParaRPr>
          </a:p>
          <a:p>
            <a:pPr lvl="5" marL="2592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Tenorite"/>
              </a:rPr>
              <a:t>Sixth Outline Level</a:t>
            </a:r>
            <a:endParaRPr b="0" lang="en-US" sz="2000" spc="-1" strike="noStrike">
              <a:solidFill>
                <a:schemeClr val="dk1"/>
              </a:solidFill>
              <a:latin typeface="Tenorite"/>
            </a:endParaRPr>
          </a:p>
          <a:p>
            <a:pPr lvl="6" marL="3024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Tenorite"/>
              </a:rPr>
              <a:t>Seventh Outline Level</a:t>
            </a:r>
            <a:endParaRPr b="0" lang="en-US" sz="2000" spc="-1" strike="noStrike">
              <a:solidFill>
                <a:schemeClr val="dk1"/>
              </a:solidFill>
              <a:latin typeface="Tenorite"/>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33" name="Graphic 7" descr="">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4229280" y="0"/>
            <a:ext cx="7962480" cy="6857640"/>
          </a:xfrm>
          <a:prstGeom prst="rect">
            <a:avLst/>
          </a:prstGeom>
          <a:ln w="0">
            <a:noFill/>
          </a:ln>
        </p:spPr>
      </p:pic>
      <p:sp>
        <p:nvSpPr>
          <p:cNvPr id="34" name="PlaceHolder 1"/>
          <p:cNvSpPr>
            <a:spLocks noGrp="1"/>
          </p:cNvSpPr>
          <p:nvPr>
            <p:ph type="title"/>
          </p:nvPr>
        </p:nvSpPr>
        <p:spPr>
          <a:xfrm>
            <a:off x="1333440" y="1020600"/>
            <a:ext cx="2895120" cy="1325160"/>
          </a:xfrm>
          <a:prstGeom prst="rect">
            <a:avLst/>
          </a:prstGeom>
          <a:noFill/>
          <a:ln w="0">
            <a:noFill/>
          </a:ln>
        </p:spPr>
        <p:txBody>
          <a:bodyPr lIns="91440" rIns="91440" tIns="45720" bIns="45720" anchor="b">
            <a:normAutofit/>
          </a:bodyPr>
          <a:p>
            <a:pPr indent="0" defTabSz="914400">
              <a:lnSpc>
                <a:spcPct val="90000"/>
              </a:lnSpc>
              <a:buNone/>
            </a:pPr>
            <a:r>
              <a:rPr b="0" lang="en-US" sz="2800" spc="148" strike="noStrike" cap="all">
                <a:solidFill>
                  <a:schemeClr val="lt1"/>
                </a:solidFill>
                <a:latin typeface="Tenorite"/>
              </a:rPr>
              <a:t>CLICK TO add title</a:t>
            </a:r>
            <a:endParaRPr b="0" lang="en-US" sz="2800" spc="-1" strike="noStrike">
              <a:solidFill>
                <a:schemeClr val="dk1"/>
              </a:solidFill>
              <a:latin typeface="Tenorite"/>
            </a:endParaRPr>
          </a:p>
        </p:txBody>
      </p:sp>
      <p:sp>
        <p:nvSpPr>
          <p:cNvPr id="35" name="PlaceHolder 2"/>
          <p:cNvSpPr>
            <a:spLocks noGrp="1"/>
          </p:cNvSpPr>
          <p:nvPr>
            <p:ph type="body"/>
          </p:nvPr>
        </p:nvSpPr>
        <p:spPr>
          <a:xfrm>
            <a:off x="1333440" y="2674080"/>
            <a:ext cx="2895120" cy="3269160"/>
          </a:xfrm>
          <a:prstGeom prst="rect">
            <a:avLst/>
          </a:prstGeom>
          <a:noFill/>
          <a:ln w="0">
            <a:noFill/>
          </a:ln>
        </p:spPr>
        <p:txBody>
          <a:bodyPr lIns="91440" rIns="91440" tIns="45720" bIns="45720" anchor="t">
            <a:normAutofit/>
          </a:bodyPr>
          <a:p>
            <a:pPr indent="0" defTabSz="914400">
              <a:lnSpc>
                <a:spcPct val="140000"/>
              </a:lnSpc>
              <a:spcBef>
                <a:spcPts val="1001"/>
              </a:spcBef>
              <a:buNone/>
              <a:tabLst>
                <a:tab algn="l" pos="0"/>
              </a:tabLst>
            </a:pPr>
            <a:r>
              <a:rPr b="0" lang="en-US" sz="1800" spc="-1" strike="noStrike">
                <a:solidFill>
                  <a:schemeClr val="lt1"/>
                </a:solidFill>
                <a:latin typeface="Tenorite"/>
              </a:rPr>
              <a:t>Click to add content</a:t>
            </a:r>
            <a:endParaRPr b="0" lang="en-US" sz="1800" spc="-1" strike="noStrike">
              <a:solidFill>
                <a:schemeClr val="dk1"/>
              </a:solidFill>
              <a:latin typeface="Tenorite"/>
            </a:endParaRPr>
          </a:p>
          <a:p>
            <a:pPr marL="457200" indent="0" defTabSz="914400">
              <a:lnSpc>
                <a:spcPct val="140000"/>
              </a:lnSpc>
              <a:spcBef>
                <a:spcPts val="1001"/>
              </a:spcBef>
              <a:buNone/>
              <a:tabLst>
                <a:tab algn="l" pos="0"/>
              </a:tabLst>
            </a:pPr>
            <a:r>
              <a:rPr b="0" lang="en-US" sz="1800" spc="-1" strike="noStrike">
                <a:solidFill>
                  <a:schemeClr val="lt1"/>
                </a:solidFill>
                <a:latin typeface="Tenorite"/>
              </a:rPr>
              <a:t>Second level</a:t>
            </a:r>
            <a:endParaRPr b="0" lang="en-US" sz="1800" spc="-1" strike="noStrike">
              <a:solidFill>
                <a:schemeClr val="dk1"/>
              </a:solidFill>
              <a:latin typeface="Tenorite"/>
            </a:endParaRPr>
          </a:p>
          <a:p>
            <a:pPr marL="914400" indent="0" defTabSz="914400">
              <a:lnSpc>
                <a:spcPct val="140000"/>
              </a:lnSpc>
              <a:spcBef>
                <a:spcPts val="1001"/>
              </a:spcBef>
              <a:buNone/>
              <a:tabLst>
                <a:tab algn="l" pos="0"/>
              </a:tabLst>
            </a:pPr>
            <a:r>
              <a:rPr b="0" lang="en-US" sz="1800" spc="-1" strike="noStrike">
                <a:solidFill>
                  <a:schemeClr val="lt1"/>
                </a:solidFill>
                <a:latin typeface="Tenorite"/>
              </a:rPr>
              <a:t>Third level</a:t>
            </a:r>
            <a:endParaRPr b="0" lang="en-US" sz="1800" spc="-1" strike="noStrike">
              <a:solidFill>
                <a:schemeClr val="dk1"/>
              </a:solidFill>
              <a:latin typeface="Tenorite"/>
            </a:endParaRPr>
          </a:p>
          <a:p>
            <a:pPr marL="1371600" indent="0" defTabSz="914400">
              <a:lnSpc>
                <a:spcPct val="140000"/>
              </a:lnSpc>
              <a:spcBef>
                <a:spcPts val="1001"/>
              </a:spcBef>
              <a:buNone/>
              <a:tabLst>
                <a:tab algn="l" pos="0"/>
              </a:tabLst>
            </a:pPr>
            <a:r>
              <a:rPr b="0" lang="en-US" sz="1800" spc="-1" strike="noStrike">
                <a:solidFill>
                  <a:schemeClr val="lt1"/>
                </a:solidFill>
                <a:latin typeface="Tenorite"/>
              </a:rPr>
              <a:t>Fourth level</a:t>
            </a:r>
            <a:endParaRPr b="0" lang="en-US" sz="1800" spc="-1" strike="noStrike">
              <a:solidFill>
                <a:schemeClr val="dk1"/>
              </a:solidFill>
              <a:latin typeface="Tenorite"/>
            </a:endParaRPr>
          </a:p>
          <a:p>
            <a:pPr marL="1828800" indent="0" defTabSz="914400">
              <a:lnSpc>
                <a:spcPct val="140000"/>
              </a:lnSpc>
              <a:spcBef>
                <a:spcPts val="1001"/>
              </a:spcBef>
              <a:buNone/>
              <a:tabLst>
                <a:tab algn="l" pos="0"/>
              </a:tabLst>
            </a:pPr>
            <a:r>
              <a:rPr b="0" lang="en-US" sz="1800" spc="-1" strike="noStrike">
                <a:solidFill>
                  <a:schemeClr val="lt1"/>
                </a:solidFill>
                <a:latin typeface="Tenorite"/>
              </a:rPr>
              <a:t>Fifth level</a:t>
            </a:r>
            <a:endParaRPr b="0" lang="en-US" sz="1800" spc="-1" strike="noStrike">
              <a:solidFill>
                <a:schemeClr val="dk1"/>
              </a:solidFill>
              <a:latin typeface="Tenorite"/>
            </a:endParaRPr>
          </a:p>
        </p:txBody>
      </p:sp>
      <p:sp>
        <p:nvSpPr>
          <p:cNvPr id="36" name="PlaceHolder 3"/>
          <p:cNvSpPr>
            <a:spLocks noGrp="1"/>
          </p:cNvSpPr>
          <p:nvPr>
            <p:ph type="ftr" idx="9"/>
          </p:nvPr>
        </p:nvSpPr>
        <p:spPr>
          <a:xfrm>
            <a:off x="1333440" y="6356520"/>
            <a:ext cx="381888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chemeClr val="dk1">
                    <a:tint val="75000"/>
                  </a:schemeClr>
                </a:solidFill>
                <a:latin typeface="Tenorite"/>
              </a:defRPr>
            </a:lvl1pPr>
          </a:lstStyle>
          <a:p>
            <a:pPr indent="0" defTabSz="914400">
              <a:lnSpc>
                <a:spcPct val="100000"/>
              </a:lnSpc>
              <a:buNone/>
            </a:pPr>
            <a:r>
              <a:rPr b="0" lang="en-US" sz="900" spc="-1" strike="noStrike">
                <a:solidFill>
                  <a:schemeClr val="dk1">
                    <a:tint val="75000"/>
                  </a:schemeClr>
                </a:solidFill>
                <a:latin typeface="Tenorite"/>
              </a:rPr>
              <a:t>&lt;footer&gt;</a:t>
            </a:r>
            <a:endParaRPr b="0" lang="en-US" sz="900" spc="-1" strike="noStrike">
              <a:solidFill>
                <a:srgbClr val="ffffff"/>
              </a:solidFill>
              <a:latin typeface="Times New Roman"/>
            </a:endParaRPr>
          </a:p>
        </p:txBody>
      </p:sp>
      <p:sp>
        <p:nvSpPr>
          <p:cNvPr id="37" name="PlaceHolder 4"/>
          <p:cNvSpPr>
            <a:spLocks noGrp="1"/>
          </p:cNvSpPr>
          <p:nvPr>
            <p:ph type="sldNum" idx="10"/>
          </p:nvPr>
        </p:nvSpPr>
        <p:spPr>
          <a:xfrm>
            <a:off x="10373400" y="6356520"/>
            <a:ext cx="9871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enorite"/>
              </a:defRPr>
            </a:lvl1pPr>
          </a:lstStyle>
          <a:p>
            <a:pPr indent="0" algn="r" defTabSz="914400">
              <a:lnSpc>
                <a:spcPct val="100000"/>
              </a:lnSpc>
              <a:buNone/>
            </a:pPr>
            <a:fld id="{0B7210B4-F23B-4754-A886-1E81AC1B8982}" type="slidenum">
              <a:rPr b="0" lang="en-US" sz="900" spc="-1" strike="noStrike">
                <a:solidFill>
                  <a:schemeClr val="dk1">
                    <a:tint val="75000"/>
                  </a:schemeClr>
                </a:solidFill>
                <a:latin typeface="Tenorite"/>
              </a:rPr>
              <a:t>&lt;number&gt;</a:t>
            </a:fld>
            <a:endParaRPr b="0" lang="en-US" sz="9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6991200" y="487080"/>
            <a:ext cx="4179240" cy="3377160"/>
          </a:xfrm>
          <a:prstGeom prst="rect">
            <a:avLst/>
          </a:prstGeom>
          <a:noFill/>
          <a:ln w="0">
            <a:noFill/>
          </a:ln>
        </p:spPr>
        <p:txBody>
          <a:bodyPr lIns="91440" rIns="91440" tIns="45720" bIns="45720" anchor="b">
            <a:noAutofit/>
          </a:bodyPr>
          <a:p>
            <a:pPr indent="0" defTabSz="914400">
              <a:lnSpc>
                <a:spcPct val="90000"/>
              </a:lnSpc>
              <a:buNone/>
            </a:pPr>
            <a:r>
              <a:rPr b="0" lang="en-US" sz="3600" spc="148" strike="noStrike" cap="all">
                <a:solidFill>
                  <a:schemeClr val="dk1"/>
                </a:solidFill>
                <a:latin typeface="Tenorite"/>
              </a:rPr>
              <a:t>CLICK TO add title</a:t>
            </a:r>
            <a:endParaRPr b="0" lang="en-US" sz="3600" spc="-1" strike="noStrike">
              <a:solidFill>
                <a:schemeClr val="dk1"/>
              </a:solidFill>
              <a:latin typeface="Tenorite"/>
            </a:endParaRPr>
          </a:p>
        </p:txBody>
      </p:sp>
      <p:grpSp>
        <p:nvGrpSpPr>
          <p:cNvPr id="41" name="Group 3">
            <a:extLst>
              <a:ext uri="{C183D7F6-B498-43B3-948B-1728B52AA6E4}">
                <adec:decorative xmlns:adec="http://schemas.microsoft.com/office/drawing/2017/decorative" val="1"/>
              </a:ext>
            </a:extLst>
          </p:cNvPr>
          <p:cNvGrpSpPr/>
          <p:nvPr/>
        </p:nvGrpSpPr>
        <p:grpSpPr>
          <a:xfrm>
            <a:off x="0" y="0"/>
            <a:ext cx="6557760" cy="6858000"/>
            <a:chOff x="0" y="0"/>
            <a:chExt cx="6557760" cy="6858000"/>
          </a:xfrm>
        </p:grpSpPr>
        <p:cxnSp>
          <p:nvCxnSpPr>
            <p:cNvPr id="42" name="Straight Connector 4"/>
            <p:cNvCxnSpPr/>
            <p:nvPr/>
          </p:nvCxnSpPr>
          <p:spPr>
            <a:xfrm flipH="1" flipV="1">
              <a:off x="0" y="1158480"/>
              <a:ext cx="6558120" cy="2154240"/>
            </a:xfrm>
            <a:prstGeom prst="straightConnector1">
              <a:avLst/>
            </a:prstGeom>
            <a:ln>
              <a:solidFill>
                <a:srgbClr val="000000"/>
              </a:solidFill>
            </a:ln>
          </p:spPr>
        </p:cxnSp>
        <p:cxnSp>
          <p:nvCxnSpPr>
            <p:cNvPr id="43" name="Straight Connector 5"/>
            <p:cNvCxnSpPr/>
            <p:nvPr/>
          </p:nvCxnSpPr>
          <p:spPr>
            <a:xfrm flipH="1" flipV="1">
              <a:off x="3632760" y="0"/>
              <a:ext cx="2925360" cy="6858360"/>
            </a:xfrm>
            <a:prstGeom prst="straightConnector1">
              <a:avLst/>
            </a:prstGeom>
            <a:ln>
              <a:solidFill>
                <a:srgbClr val="000000"/>
              </a:solidFill>
            </a:ln>
          </p:spPr>
        </p:cxnSp>
      </p:grpSp>
      <p:sp>
        <p:nvSpPr>
          <p:cNvPr id="4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Tenorite"/>
              </a:rPr>
              <a:t>Click to edit the outline text format</a:t>
            </a:r>
            <a:endParaRPr b="0" lang="en-US" sz="2800" spc="-1" strike="noStrike">
              <a:solidFill>
                <a:schemeClr val="dk1"/>
              </a:solidFill>
              <a:latin typeface="Tenorite"/>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Tenorite"/>
              </a:rPr>
              <a:t>Second Outline Level</a:t>
            </a:r>
            <a:endParaRPr b="0" lang="en-US" sz="2000" spc="-1" strike="noStrike">
              <a:solidFill>
                <a:schemeClr val="dk1"/>
              </a:solidFill>
              <a:latin typeface="Tenorite"/>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Tenorite"/>
              </a:rPr>
              <a:t>Third Outline Level</a:t>
            </a:r>
            <a:endParaRPr b="0" lang="en-US" sz="1800" spc="-1" strike="noStrike">
              <a:solidFill>
                <a:schemeClr val="dk1"/>
              </a:solidFill>
              <a:latin typeface="Tenorite"/>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Tenorite"/>
              </a:rPr>
              <a:t>Fourth Outline Level</a:t>
            </a:r>
            <a:endParaRPr b="0" lang="en-US" sz="1800" spc="-1" strike="noStrike">
              <a:solidFill>
                <a:schemeClr val="dk1"/>
              </a:solidFill>
              <a:latin typeface="Tenorite"/>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Tenorite"/>
              </a:rPr>
              <a:t>Fifth Outline Level</a:t>
            </a:r>
            <a:endParaRPr b="0" lang="en-US" sz="2000" spc="-1" strike="noStrike">
              <a:solidFill>
                <a:schemeClr val="dk1"/>
              </a:solidFill>
              <a:latin typeface="Tenorite"/>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Tenorite"/>
              </a:rPr>
              <a:t>Sixth Outline Level</a:t>
            </a:r>
            <a:endParaRPr b="0" lang="en-US" sz="2000" spc="-1" strike="noStrike">
              <a:solidFill>
                <a:schemeClr val="dk1"/>
              </a:solidFill>
              <a:latin typeface="Tenorite"/>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Tenorite"/>
              </a:rPr>
              <a:t>Seventh Outline Level</a:t>
            </a:r>
            <a:endParaRPr b="0" lang="en-US" sz="2000" spc="-1" strike="noStrike">
              <a:solidFill>
                <a:schemeClr val="dk1"/>
              </a:solidFill>
              <a:latin typeface="Tenorite"/>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6991200" y="487800"/>
            <a:ext cx="4179240" cy="3376440"/>
          </a:xfrm>
          <a:prstGeom prst="rect">
            <a:avLst/>
          </a:prstGeom>
          <a:noFill/>
          <a:ln w="0">
            <a:noFill/>
          </a:ln>
        </p:spPr>
        <p:txBody>
          <a:bodyPr lIns="91440" rIns="91440" tIns="45720" bIns="45720" anchor="b">
            <a:noAutofit/>
          </a:bodyPr>
          <a:p>
            <a:pPr indent="0" defTabSz="914400">
              <a:lnSpc>
                <a:spcPct val="90000"/>
              </a:lnSpc>
              <a:buNone/>
            </a:pPr>
            <a:r>
              <a:rPr b="0" lang="en-US" sz="3600" spc="148" strike="noStrike" cap="all">
                <a:solidFill>
                  <a:schemeClr val="lt1"/>
                </a:solidFill>
                <a:latin typeface="Tenorite"/>
              </a:rPr>
              <a:t>CLICK TO add title</a:t>
            </a:r>
            <a:endParaRPr b="0" lang="en-US" sz="3600" spc="-1" strike="noStrike">
              <a:solidFill>
                <a:schemeClr val="dk1"/>
              </a:solidFill>
              <a:latin typeface="Tenorite"/>
            </a:endParaRPr>
          </a:p>
        </p:txBody>
      </p:sp>
      <p:cxnSp>
        <p:nvCxnSpPr>
          <p:cNvPr id="46" name="Straight Connector 6">
            <a:extLst>
              <a:ext uri="{C183D7F6-B498-43B3-948B-1728B52AA6E4}">
                <adec:decorative xmlns:adec="http://schemas.microsoft.com/office/drawing/2017/decorative" val="1"/>
              </a:ext>
            </a:extLst>
          </p:cNvPr>
          <p:cNvCxnSpPr/>
          <p:nvPr/>
        </p:nvCxnSpPr>
        <p:spPr>
          <a:xfrm>
            <a:off x="3990600" y="0"/>
            <a:ext cx="1126440" cy="2512440"/>
          </a:xfrm>
          <a:prstGeom prst="straightConnector1">
            <a:avLst/>
          </a:prstGeom>
          <a:ln>
            <a:solidFill>
              <a:srgbClr val="ffffff"/>
            </a:solidFill>
          </a:ln>
        </p:spPr>
      </p:cxnSp>
      <p:sp>
        <p:nvSpPr>
          <p:cNvPr id="47" name="PlaceHolder 2"/>
          <p:cNvSpPr>
            <a:spLocks noGrp="1"/>
          </p:cNvSpPr>
          <p:nvPr>
            <p:ph type="body"/>
          </p:nvPr>
        </p:nvSpPr>
        <p:spPr>
          <a:xfrm>
            <a:off x="0" y="-5040"/>
            <a:ext cx="6575760" cy="6872400"/>
          </a:xfrm>
          <a:prstGeom prst="rect">
            <a:avLst/>
          </a:prstGeom>
          <a:noFill/>
          <a:ln w="0">
            <a:noFill/>
          </a:ln>
        </p:spPr>
        <p:txBody>
          <a:bodyPr lIns="182880" rIns="90000" tIns="182880" bIns="91440" anchor="t">
            <a:normAutofit/>
          </a:bodyPr>
          <a:p>
            <a:pPr indent="0" defTabSz="914400">
              <a:lnSpc>
                <a:spcPct val="100000"/>
              </a:lnSpc>
              <a:buNone/>
              <a:tabLst>
                <a:tab algn="l" pos="0"/>
              </a:tabLst>
            </a:pPr>
            <a:r>
              <a:rPr b="0" lang="en-US" sz="2000" spc="-1" strike="noStrike">
                <a:solidFill>
                  <a:schemeClr val="lt1"/>
                </a:solidFill>
                <a:latin typeface="Tenorite"/>
              </a:rPr>
              <a:t>Click icon to add picture</a:t>
            </a:r>
            <a:endParaRPr b="0" lang="en-US" sz="2000" spc="-1" strike="noStrike">
              <a:solidFill>
                <a:schemeClr val="dk1"/>
              </a:solidFill>
              <a:latin typeface="Tenorite"/>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1322280" y="268200"/>
            <a:ext cx="7287840" cy="2120760"/>
          </a:xfrm>
          <a:prstGeom prst="rect">
            <a:avLst/>
          </a:prstGeom>
          <a:noFill/>
          <a:ln w="0">
            <a:noFill/>
          </a:ln>
        </p:spPr>
        <p:txBody>
          <a:bodyPr lIns="91440" rIns="91440" tIns="45720" bIns="45720" anchor="b">
            <a:normAutofit/>
          </a:bodyPr>
          <a:p>
            <a:pPr indent="0" defTabSz="914400">
              <a:lnSpc>
                <a:spcPct val="90000"/>
              </a:lnSpc>
              <a:buNone/>
            </a:pPr>
            <a:r>
              <a:rPr b="0" lang="en-US" sz="2800" spc="148" strike="noStrike" cap="all">
                <a:solidFill>
                  <a:schemeClr val="dk1"/>
                </a:solidFill>
                <a:latin typeface="Tenorite"/>
              </a:rPr>
              <a:t>CLICK TO add title</a:t>
            </a:r>
            <a:endParaRPr b="0" lang="en-US" sz="2800" spc="-1" strike="noStrike">
              <a:solidFill>
                <a:schemeClr val="dk1"/>
              </a:solidFill>
              <a:latin typeface="Tenorite"/>
            </a:endParaRPr>
          </a:p>
        </p:txBody>
      </p:sp>
      <p:sp>
        <p:nvSpPr>
          <p:cNvPr id="49" name="PlaceHolder 2"/>
          <p:cNvSpPr>
            <a:spLocks noGrp="1"/>
          </p:cNvSpPr>
          <p:nvPr>
            <p:ph type="body"/>
          </p:nvPr>
        </p:nvSpPr>
        <p:spPr>
          <a:xfrm>
            <a:off x="1322280" y="2763000"/>
            <a:ext cx="7287840" cy="340668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r>
              <a:rPr b="1" lang="en-US" sz="1800" spc="49" strike="noStrike">
                <a:solidFill>
                  <a:schemeClr val="dk1"/>
                </a:solidFill>
                <a:latin typeface="Tenorite"/>
              </a:rPr>
              <a:t>Click to add content</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Second level</a:t>
            </a:r>
            <a:endParaRPr b="0" lang="en-US" sz="1800" spc="-1" strike="noStrike">
              <a:solidFill>
                <a:schemeClr val="dk1"/>
              </a:solidFill>
              <a:latin typeface="Tenorite"/>
            </a:endParaRPr>
          </a:p>
          <a:p>
            <a:pPr lvl="2" marL="56700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Third level</a:t>
            </a:r>
            <a:endParaRPr b="0" lang="en-US" sz="1800" spc="-1" strike="noStrike">
              <a:solidFill>
                <a:schemeClr val="dk1"/>
              </a:solidFill>
              <a:latin typeface="Tenorite"/>
            </a:endParaRPr>
          </a:p>
          <a:p>
            <a:pPr lvl="3" marL="85968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Fourth level</a:t>
            </a:r>
            <a:endParaRPr b="0" lang="en-US" sz="1800" spc="-1" strike="noStrike">
              <a:solidFill>
                <a:schemeClr val="dk1"/>
              </a:solidFill>
              <a:latin typeface="Tenorite"/>
            </a:endParaRPr>
          </a:p>
          <a:p>
            <a:pPr lvl="4" marL="114300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Fifth level</a:t>
            </a:r>
            <a:endParaRPr b="0" lang="en-US" sz="1800" spc="-1" strike="noStrike">
              <a:solidFill>
                <a:schemeClr val="dk1"/>
              </a:solidFill>
              <a:latin typeface="Tenorite"/>
            </a:endParaRPr>
          </a:p>
        </p:txBody>
      </p:sp>
      <p:grpSp>
        <p:nvGrpSpPr>
          <p:cNvPr id="50" name="Group 8">
            <a:extLst>
              <a:ext uri="{C183D7F6-B498-43B3-948B-1728B52AA6E4}">
                <adec:decorative xmlns:adec="http://schemas.microsoft.com/office/drawing/2017/decorative" val="1"/>
              </a:ext>
            </a:extLst>
          </p:cNvPr>
          <p:cNvGrpSpPr/>
          <p:nvPr/>
        </p:nvGrpSpPr>
        <p:grpSpPr>
          <a:xfrm>
            <a:off x="9096120" y="-25200"/>
            <a:ext cx="3095640" cy="6883200"/>
            <a:chOff x="9096120" y="-25200"/>
            <a:chExt cx="3095640" cy="6883200"/>
          </a:xfrm>
        </p:grpSpPr>
        <p:cxnSp>
          <p:nvCxnSpPr>
            <p:cNvPr id="51" name="Straight Connector 9"/>
            <p:cNvCxnSpPr/>
            <p:nvPr/>
          </p:nvCxnSpPr>
          <p:spPr>
            <a:xfrm>
              <a:off x="9096120" y="1496880"/>
              <a:ext cx="3096000" cy="360"/>
            </a:xfrm>
            <a:prstGeom prst="straightConnector1">
              <a:avLst/>
            </a:prstGeom>
            <a:ln>
              <a:solidFill>
                <a:srgbClr val="000000"/>
              </a:solidFill>
            </a:ln>
          </p:spPr>
        </p:cxnSp>
        <p:cxnSp>
          <p:nvCxnSpPr>
            <p:cNvPr id="52" name="Straight Connector 10"/>
            <p:cNvCxnSpPr/>
            <p:nvPr/>
          </p:nvCxnSpPr>
          <p:spPr>
            <a:xfrm flipH="1">
              <a:off x="9381600" y="-25200"/>
              <a:ext cx="2810520" cy="6883560"/>
            </a:xfrm>
            <a:prstGeom prst="straightConnector1">
              <a:avLst/>
            </a:prstGeom>
            <a:ln>
              <a:solidFill>
                <a:srgbClr val="000000"/>
              </a:solidFill>
            </a:ln>
          </p:spPr>
        </p:cxnSp>
      </p:grpSp>
      <p:cxnSp>
        <p:nvCxnSpPr>
          <p:cNvPr id="53" name="Straight Connector 11">
            <a:extLst>
              <a:ext uri="{C183D7F6-B498-43B3-948B-1728B52AA6E4}">
                <adec:decorative xmlns:adec="http://schemas.microsoft.com/office/drawing/2017/decorative" val="1"/>
              </a:ext>
            </a:extLst>
          </p:cNvPr>
          <p:cNvCxnSpPr/>
          <p:nvPr/>
        </p:nvCxnSpPr>
        <p:spPr>
          <a:xfrm flipV="1">
            <a:off x="0" y="-25200"/>
            <a:ext cx="1210680" cy="2048040"/>
          </a:xfrm>
          <a:prstGeom prst="straightConnector1">
            <a:avLst/>
          </a:prstGeom>
          <a:ln>
            <a:solidFill>
              <a:srgbClr val="000000"/>
            </a:solidFill>
          </a:ln>
        </p:spPr>
      </p:cxnSp>
      <p:sp>
        <p:nvSpPr>
          <p:cNvPr id="54" name="PlaceHolder 3"/>
          <p:cNvSpPr>
            <a:spLocks noGrp="1"/>
          </p:cNvSpPr>
          <p:nvPr>
            <p:ph type="ftr" idx="11"/>
          </p:nvPr>
        </p:nvSpPr>
        <p:spPr>
          <a:xfrm>
            <a:off x="1333440" y="6356520"/>
            <a:ext cx="381888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chemeClr val="dk1">
                    <a:tint val="75000"/>
                  </a:schemeClr>
                </a:solidFill>
                <a:latin typeface="Tenorite"/>
              </a:defRPr>
            </a:lvl1pPr>
          </a:lstStyle>
          <a:p>
            <a:pPr indent="0" defTabSz="914400">
              <a:lnSpc>
                <a:spcPct val="100000"/>
              </a:lnSpc>
              <a:buNone/>
            </a:pPr>
            <a:r>
              <a:rPr b="0" lang="en-US" sz="900" spc="-1" strike="noStrike">
                <a:solidFill>
                  <a:schemeClr val="dk1">
                    <a:tint val="75000"/>
                  </a:schemeClr>
                </a:solidFill>
                <a:latin typeface="Tenorite"/>
              </a:rPr>
              <a:t>&lt;footer&gt;</a:t>
            </a:r>
            <a:endParaRPr b="0" lang="en-US" sz="900" spc="-1" strike="noStrike">
              <a:solidFill>
                <a:srgbClr val="000000"/>
              </a:solidFill>
              <a:latin typeface="Times New Roman"/>
            </a:endParaRPr>
          </a:p>
        </p:txBody>
      </p:sp>
      <p:sp>
        <p:nvSpPr>
          <p:cNvPr id="55" name="PlaceHolder 4"/>
          <p:cNvSpPr>
            <a:spLocks noGrp="1"/>
          </p:cNvSpPr>
          <p:nvPr>
            <p:ph type="sldNum" idx="12"/>
          </p:nvPr>
        </p:nvSpPr>
        <p:spPr>
          <a:xfrm>
            <a:off x="10373400" y="6356520"/>
            <a:ext cx="9871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enorite"/>
              </a:defRPr>
            </a:lvl1pPr>
          </a:lstStyle>
          <a:p>
            <a:pPr indent="0" algn="r" defTabSz="914400">
              <a:lnSpc>
                <a:spcPct val="100000"/>
              </a:lnSpc>
              <a:buNone/>
            </a:pPr>
            <a:fld id="{B001F50A-F42C-4B93-9460-E40A105B1186}" type="slidenum">
              <a:rPr b="0" lang="en-US" sz="900" spc="-1" strike="noStrike">
                <a:solidFill>
                  <a:schemeClr val="dk1">
                    <a:tint val="75000"/>
                  </a:schemeClr>
                </a:solidFill>
                <a:latin typeface="Tenorite"/>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6991200" y="406440"/>
            <a:ext cx="4179240" cy="3457440"/>
          </a:xfrm>
          <a:prstGeom prst="rect">
            <a:avLst/>
          </a:prstGeom>
          <a:noFill/>
          <a:ln w="0">
            <a:noFill/>
          </a:ln>
        </p:spPr>
        <p:txBody>
          <a:bodyPr lIns="91440" rIns="91440" tIns="45720" bIns="45720" anchor="b">
            <a:noAutofit/>
          </a:bodyPr>
          <a:p>
            <a:pPr indent="0" defTabSz="914400">
              <a:lnSpc>
                <a:spcPct val="90000"/>
              </a:lnSpc>
              <a:buNone/>
            </a:pPr>
            <a:r>
              <a:rPr b="0" lang="en-US" sz="3600" spc="148" strike="noStrike" cap="all">
                <a:solidFill>
                  <a:schemeClr val="lt1"/>
                </a:solidFill>
                <a:latin typeface="Tenorite"/>
              </a:rPr>
              <a:t>CLICK TO add title</a:t>
            </a:r>
            <a:endParaRPr b="0" lang="en-US" sz="3600" spc="-1" strike="noStrike">
              <a:solidFill>
                <a:schemeClr val="dk1"/>
              </a:solidFill>
              <a:latin typeface="Tenorite"/>
            </a:endParaRPr>
          </a:p>
        </p:txBody>
      </p:sp>
      <p:pic>
        <p:nvPicPr>
          <p:cNvPr id="57" name="Graphic 3" descr="">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0" y="828720"/>
            <a:ext cx="5876640" cy="5200200"/>
          </a:xfrm>
          <a:prstGeom prst="rect">
            <a:avLst/>
          </a:prstGeom>
          <a:ln w="0">
            <a:noFill/>
          </a:ln>
        </p:spPr>
      </p:pic>
      <p:sp>
        <p:nvSpPr>
          <p:cNvPr id="58"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2800" spc="-1" strike="noStrike">
                <a:solidFill>
                  <a:schemeClr val="dk1"/>
                </a:solidFill>
                <a:latin typeface="Tenorite"/>
              </a:rPr>
              <a:t>Click to edit the outline text format</a:t>
            </a:r>
            <a:endParaRPr b="0" lang="en-US" sz="2800" spc="-1" strike="noStrike">
              <a:solidFill>
                <a:schemeClr val="dk1"/>
              </a:solidFill>
              <a:latin typeface="Tenorite"/>
            </a:endParaRPr>
          </a:p>
          <a:p>
            <a:pPr lvl="1" marL="864000" indent="-324000">
              <a:lnSpc>
                <a:spcPct val="90000"/>
              </a:lnSpc>
              <a:spcBef>
                <a:spcPts val="1134"/>
              </a:spcBef>
              <a:buClr>
                <a:srgbClr val="ffffff"/>
              </a:buClr>
              <a:buSzPct val="75000"/>
              <a:buFont typeface="Symbol" charset="2"/>
              <a:buChar char=""/>
            </a:pPr>
            <a:r>
              <a:rPr b="0" lang="en-US" sz="2000" spc="-1" strike="noStrike">
                <a:solidFill>
                  <a:schemeClr val="dk1"/>
                </a:solidFill>
                <a:latin typeface="Tenorite"/>
              </a:rPr>
              <a:t>Second Outline Level</a:t>
            </a:r>
            <a:endParaRPr b="0" lang="en-US" sz="2000" spc="-1" strike="noStrike">
              <a:solidFill>
                <a:schemeClr val="dk1"/>
              </a:solidFill>
              <a:latin typeface="Tenorite"/>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chemeClr val="dk1"/>
                </a:solidFill>
                <a:latin typeface="Tenorite"/>
              </a:rPr>
              <a:t>Third Outline Level</a:t>
            </a:r>
            <a:endParaRPr b="0" lang="en-US" sz="1800" spc="-1" strike="noStrike">
              <a:solidFill>
                <a:schemeClr val="dk1"/>
              </a:solidFill>
              <a:latin typeface="Tenorite"/>
            </a:endParaRPr>
          </a:p>
          <a:p>
            <a:pPr lvl="3" marL="1728000" indent="-216000">
              <a:lnSpc>
                <a:spcPct val="90000"/>
              </a:lnSpc>
              <a:spcBef>
                <a:spcPts val="567"/>
              </a:spcBef>
              <a:buClr>
                <a:srgbClr val="ffffff"/>
              </a:buClr>
              <a:buSzPct val="75000"/>
              <a:buFont typeface="Symbol" charset="2"/>
              <a:buChar char=""/>
            </a:pPr>
            <a:r>
              <a:rPr b="0" lang="en-US" sz="1800" spc="-1" strike="noStrike">
                <a:solidFill>
                  <a:schemeClr val="dk1"/>
                </a:solidFill>
                <a:latin typeface="Tenorite"/>
              </a:rPr>
              <a:t>Fourth Outline Level</a:t>
            </a:r>
            <a:endParaRPr b="0" lang="en-US" sz="1800" spc="-1" strike="noStrike">
              <a:solidFill>
                <a:schemeClr val="dk1"/>
              </a:solidFill>
              <a:latin typeface="Tenorite"/>
            </a:endParaRPr>
          </a:p>
          <a:p>
            <a:pPr lvl="4" marL="2160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Tenorite"/>
              </a:rPr>
              <a:t>Fifth Outline Level</a:t>
            </a:r>
            <a:endParaRPr b="0" lang="en-US" sz="2000" spc="-1" strike="noStrike">
              <a:solidFill>
                <a:schemeClr val="dk1"/>
              </a:solidFill>
              <a:latin typeface="Tenorite"/>
            </a:endParaRPr>
          </a:p>
          <a:p>
            <a:pPr lvl="5" marL="2592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Tenorite"/>
              </a:rPr>
              <a:t>Sixth Outline Level</a:t>
            </a:r>
            <a:endParaRPr b="0" lang="en-US" sz="2000" spc="-1" strike="noStrike">
              <a:solidFill>
                <a:schemeClr val="dk1"/>
              </a:solidFill>
              <a:latin typeface="Tenorite"/>
            </a:endParaRPr>
          </a:p>
          <a:p>
            <a:pPr lvl="6" marL="3024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Tenorite"/>
              </a:rPr>
              <a:t>Seventh Outline Level</a:t>
            </a:r>
            <a:endParaRPr b="0" lang="en-US" sz="2000" spc="-1" strike="noStrike">
              <a:solidFill>
                <a:schemeClr val="dk1"/>
              </a:solidFill>
              <a:latin typeface="Tenorite"/>
            </a:endParaRPr>
          </a:p>
        </p:txBody>
      </p:sp>
    </p:spTree>
  </p:cSld>
  <p:clrMap bg1="lt1" bg2="lt2" tx1="dk1" tx2="dk2" accent1="accent1" accent2="accent2" accent3="accent3" accent4="accent4" accent5="accent5" accent6="accent6" hlink="hlink" folHlink="folHlink"/>
  <p:sldLayoutIdLst>
    <p:sldLayoutId id="2147483667" r:id="rId4"/>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pic>
        <p:nvPicPr>
          <p:cNvPr id="59" name="Graphic 9" descr="">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25920" y="0"/>
            <a:ext cx="4093200" cy="3912120"/>
          </a:xfrm>
          <a:prstGeom prst="rect">
            <a:avLst/>
          </a:prstGeom>
          <a:ln w="0">
            <a:noFill/>
          </a:ln>
        </p:spPr>
      </p:pic>
      <p:sp>
        <p:nvSpPr>
          <p:cNvPr id="60" name="PlaceHolder 1"/>
          <p:cNvSpPr>
            <a:spLocks noGrp="1"/>
          </p:cNvSpPr>
          <p:nvPr>
            <p:ph type="title"/>
          </p:nvPr>
        </p:nvSpPr>
        <p:spPr>
          <a:xfrm>
            <a:off x="2933640" y="568800"/>
            <a:ext cx="8419680" cy="1780560"/>
          </a:xfrm>
          <a:prstGeom prst="rect">
            <a:avLst/>
          </a:prstGeom>
          <a:noFill/>
          <a:ln w="0">
            <a:noFill/>
          </a:ln>
        </p:spPr>
        <p:txBody>
          <a:bodyPr lIns="91440" rIns="91440" tIns="45720" bIns="45720" anchor="b">
            <a:normAutofit/>
          </a:bodyPr>
          <a:p>
            <a:pPr indent="0" defTabSz="914400">
              <a:lnSpc>
                <a:spcPct val="90000"/>
              </a:lnSpc>
              <a:buNone/>
            </a:pPr>
            <a:r>
              <a:rPr b="0" lang="en-US" sz="2800" spc="148" strike="noStrike" cap="all">
                <a:solidFill>
                  <a:schemeClr val="dk1"/>
                </a:solidFill>
                <a:latin typeface="Tenorite"/>
              </a:rPr>
              <a:t>CLICK TO add title</a:t>
            </a:r>
            <a:endParaRPr b="0" lang="en-US" sz="2800" spc="-1" strike="noStrike">
              <a:solidFill>
                <a:schemeClr val="dk1"/>
              </a:solidFill>
              <a:latin typeface="Tenorite"/>
            </a:endParaRPr>
          </a:p>
        </p:txBody>
      </p:sp>
      <p:sp>
        <p:nvSpPr>
          <p:cNvPr id="61" name="PlaceHolder 2"/>
          <p:cNvSpPr>
            <a:spLocks noGrp="1"/>
          </p:cNvSpPr>
          <p:nvPr>
            <p:ph type="body"/>
          </p:nvPr>
        </p:nvSpPr>
        <p:spPr>
          <a:xfrm>
            <a:off x="2933640" y="2797200"/>
            <a:ext cx="3924000" cy="46404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1800" spc="49" strike="noStrike">
                <a:solidFill>
                  <a:schemeClr val="dk1"/>
                </a:solidFill>
                <a:latin typeface="Tenorite"/>
              </a:rPr>
              <a:t>Click to add text</a:t>
            </a:r>
            <a:endParaRPr b="0" lang="en-US" sz="1800" spc="-1" strike="noStrike">
              <a:solidFill>
                <a:schemeClr val="dk1"/>
              </a:solidFill>
              <a:latin typeface="Tenorite"/>
            </a:endParaRPr>
          </a:p>
        </p:txBody>
      </p:sp>
      <p:sp>
        <p:nvSpPr>
          <p:cNvPr id="62" name="PlaceHolder 3"/>
          <p:cNvSpPr>
            <a:spLocks noGrp="1"/>
          </p:cNvSpPr>
          <p:nvPr>
            <p:ph type="body"/>
          </p:nvPr>
        </p:nvSpPr>
        <p:spPr>
          <a:xfrm>
            <a:off x="2933640" y="3251520"/>
            <a:ext cx="3943440" cy="3233880"/>
          </a:xfrm>
          <a:prstGeom prst="rect">
            <a:avLst/>
          </a:prstGeom>
          <a:noFill/>
          <a:ln w="0">
            <a:noFill/>
          </a:ln>
        </p:spPr>
        <p:txBody>
          <a:bodyPr lIns="91440" rIns="91440" tIns="0" bIns="45720" anchor="t">
            <a:normAutofit/>
          </a:bodyPr>
          <a:p>
            <a:pPr indent="0" defTabSz="914400">
              <a:lnSpc>
                <a:spcPct val="100000"/>
              </a:lnSpc>
              <a:spcBef>
                <a:spcPts val="1001"/>
              </a:spcBef>
              <a:buNone/>
              <a:tabLst>
                <a:tab algn="l" pos="0"/>
              </a:tabLst>
            </a:pPr>
            <a:r>
              <a:rPr b="0" lang="en-US" sz="1800" spc="49" strike="noStrike">
                <a:solidFill>
                  <a:schemeClr val="dk1"/>
                </a:solidFill>
                <a:latin typeface="Tenorite"/>
              </a:rPr>
              <a:t>Click to add content</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Second level</a:t>
            </a:r>
            <a:endParaRPr b="0" lang="en-US" sz="1800" spc="-1" strike="noStrike">
              <a:solidFill>
                <a:schemeClr val="dk1"/>
              </a:solidFill>
              <a:latin typeface="Tenorite"/>
            </a:endParaRPr>
          </a:p>
          <a:p>
            <a:pPr lvl="2" marL="56700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Third level</a:t>
            </a:r>
            <a:endParaRPr b="0" lang="en-US" sz="1800" spc="-1" strike="noStrike">
              <a:solidFill>
                <a:schemeClr val="dk1"/>
              </a:solidFill>
              <a:latin typeface="Tenorite"/>
            </a:endParaRPr>
          </a:p>
          <a:p>
            <a:pPr lvl="3" marL="85968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Fourth level</a:t>
            </a:r>
            <a:endParaRPr b="0" lang="en-US" sz="1800" spc="-1" strike="noStrike">
              <a:solidFill>
                <a:schemeClr val="dk1"/>
              </a:solidFill>
              <a:latin typeface="Tenorite"/>
            </a:endParaRPr>
          </a:p>
          <a:p>
            <a:pPr lvl="4" marL="114300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Fifth level</a:t>
            </a:r>
            <a:endParaRPr b="0" lang="en-US" sz="1800" spc="-1" strike="noStrike">
              <a:solidFill>
                <a:schemeClr val="dk1"/>
              </a:solidFill>
              <a:latin typeface="Tenorite"/>
            </a:endParaRPr>
          </a:p>
        </p:txBody>
      </p:sp>
      <p:sp>
        <p:nvSpPr>
          <p:cNvPr id="63" name="PlaceHolder 4"/>
          <p:cNvSpPr>
            <a:spLocks noGrp="1"/>
          </p:cNvSpPr>
          <p:nvPr>
            <p:ph type="body"/>
          </p:nvPr>
        </p:nvSpPr>
        <p:spPr>
          <a:xfrm>
            <a:off x="7410240" y="2797200"/>
            <a:ext cx="3943440" cy="46404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1800" spc="49" strike="noStrike">
                <a:solidFill>
                  <a:schemeClr val="dk1"/>
                </a:solidFill>
                <a:latin typeface="Tenorite"/>
              </a:rPr>
              <a:t>Click to add text</a:t>
            </a:r>
            <a:endParaRPr b="0" lang="en-US" sz="1800" spc="-1" strike="noStrike">
              <a:solidFill>
                <a:schemeClr val="dk1"/>
              </a:solidFill>
              <a:latin typeface="Tenorite"/>
            </a:endParaRPr>
          </a:p>
        </p:txBody>
      </p:sp>
      <p:sp>
        <p:nvSpPr>
          <p:cNvPr id="64" name="PlaceHolder 5"/>
          <p:cNvSpPr>
            <a:spLocks noGrp="1"/>
          </p:cNvSpPr>
          <p:nvPr>
            <p:ph type="body"/>
          </p:nvPr>
        </p:nvSpPr>
        <p:spPr>
          <a:xfrm>
            <a:off x="7410240" y="3251520"/>
            <a:ext cx="3943440" cy="3233880"/>
          </a:xfrm>
          <a:prstGeom prst="rect">
            <a:avLst/>
          </a:prstGeom>
          <a:noFill/>
          <a:ln w="0">
            <a:noFill/>
          </a:ln>
        </p:spPr>
        <p:txBody>
          <a:bodyPr lIns="91440" rIns="91440" tIns="0" bIns="45720" anchor="t">
            <a:normAutofit/>
          </a:bodyPr>
          <a:p>
            <a:pPr indent="0" defTabSz="914400">
              <a:lnSpc>
                <a:spcPct val="100000"/>
              </a:lnSpc>
              <a:spcBef>
                <a:spcPts val="1001"/>
              </a:spcBef>
              <a:buNone/>
              <a:tabLst>
                <a:tab algn="l" pos="0"/>
              </a:tabLst>
            </a:pPr>
            <a:r>
              <a:rPr b="0" lang="en-US" sz="1800" spc="49" strike="noStrike">
                <a:solidFill>
                  <a:schemeClr val="dk1"/>
                </a:solidFill>
                <a:latin typeface="Tenorite"/>
              </a:rPr>
              <a:t>Click to add content</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Second level</a:t>
            </a:r>
            <a:endParaRPr b="0" lang="en-US" sz="1800" spc="-1" strike="noStrike">
              <a:solidFill>
                <a:schemeClr val="dk1"/>
              </a:solidFill>
              <a:latin typeface="Tenorite"/>
            </a:endParaRPr>
          </a:p>
          <a:p>
            <a:pPr lvl="2" marL="56700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Third level</a:t>
            </a:r>
            <a:endParaRPr b="0" lang="en-US" sz="1800" spc="-1" strike="noStrike">
              <a:solidFill>
                <a:schemeClr val="dk1"/>
              </a:solidFill>
              <a:latin typeface="Tenorite"/>
            </a:endParaRPr>
          </a:p>
          <a:p>
            <a:pPr lvl="3" marL="85968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Fourth level</a:t>
            </a:r>
            <a:endParaRPr b="0" lang="en-US" sz="1800" spc="-1" strike="noStrike">
              <a:solidFill>
                <a:schemeClr val="dk1"/>
              </a:solidFill>
              <a:latin typeface="Tenorite"/>
            </a:endParaRPr>
          </a:p>
          <a:p>
            <a:pPr lvl="4" marL="114300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Fifth level</a:t>
            </a:r>
            <a:endParaRPr b="0" lang="en-US" sz="1800" spc="-1" strike="noStrike">
              <a:solidFill>
                <a:schemeClr val="dk1"/>
              </a:solidFill>
              <a:latin typeface="Tenorite"/>
            </a:endParaRPr>
          </a:p>
        </p:txBody>
      </p:sp>
      <p:sp>
        <p:nvSpPr>
          <p:cNvPr id="65" name="PlaceHolder 6"/>
          <p:cNvSpPr>
            <a:spLocks noGrp="1"/>
          </p:cNvSpPr>
          <p:nvPr>
            <p:ph type="ftr" idx="13"/>
          </p:nvPr>
        </p:nvSpPr>
        <p:spPr>
          <a:xfrm>
            <a:off x="2969280" y="6356520"/>
            <a:ext cx="381888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chemeClr val="dk1">
                    <a:tint val="75000"/>
                  </a:schemeClr>
                </a:solidFill>
                <a:latin typeface="Tenorite"/>
              </a:defRPr>
            </a:lvl1pPr>
          </a:lstStyle>
          <a:p>
            <a:pPr indent="0" defTabSz="914400">
              <a:lnSpc>
                <a:spcPct val="100000"/>
              </a:lnSpc>
              <a:buNone/>
            </a:pPr>
            <a:r>
              <a:rPr b="0" lang="en-US" sz="900" spc="-1" strike="noStrike">
                <a:solidFill>
                  <a:schemeClr val="dk1">
                    <a:tint val="75000"/>
                  </a:schemeClr>
                </a:solidFill>
                <a:latin typeface="Tenorite"/>
              </a:rPr>
              <a:t>&lt;footer&gt;</a:t>
            </a:r>
            <a:endParaRPr b="0" lang="en-US" sz="900" spc="-1" strike="noStrike">
              <a:solidFill>
                <a:srgbClr val="000000"/>
              </a:solidFill>
              <a:latin typeface="Times New Roman"/>
            </a:endParaRPr>
          </a:p>
        </p:txBody>
      </p:sp>
      <p:sp>
        <p:nvSpPr>
          <p:cNvPr id="66" name="PlaceHolder 7"/>
          <p:cNvSpPr>
            <a:spLocks noGrp="1"/>
          </p:cNvSpPr>
          <p:nvPr>
            <p:ph type="sldNum" idx="14"/>
          </p:nvPr>
        </p:nvSpPr>
        <p:spPr>
          <a:xfrm>
            <a:off x="10373400" y="6356520"/>
            <a:ext cx="9871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enorite"/>
              </a:defRPr>
            </a:lvl1pPr>
          </a:lstStyle>
          <a:p>
            <a:pPr indent="0" algn="r" defTabSz="914400">
              <a:lnSpc>
                <a:spcPct val="100000"/>
              </a:lnSpc>
              <a:buNone/>
            </a:pPr>
            <a:fld id="{DBFCC840-8431-43C8-B1A2-9E1075774690}" type="slidenum">
              <a:rPr b="0" lang="en-US" sz="900" spc="-1" strike="noStrike">
                <a:solidFill>
                  <a:schemeClr val="dk1">
                    <a:tint val="75000"/>
                  </a:schemeClr>
                </a:solidFill>
                <a:latin typeface="Tenorite"/>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4"/>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1341000" y="558720"/>
            <a:ext cx="9952920" cy="1780560"/>
          </a:xfrm>
          <a:prstGeom prst="rect">
            <a:avLst/>
          </a:prstGeom>
          <a:noFill/>
          <a:ln w="0">
            <a:noFill/>
          </a:ln>
        </p:spPr>
        <p:txBody>
          <a:bodyPr lIns="91440" rIns="91440" tIns="45720" bIns="45720" anchor="b">
            <a:normAutofit/>
          </a:bodyPr>
          <a:p>
            <a:pPr indent="0" defTabSz="914400">
              <a:lnSpc>
                <a:spcPct val="90000"/>
              </a:lnSpc>
              <a:buNone/>
            </a:pPr>
            <a:r>
              <a:rPr b="0" lang="en-US" sz="2800" spc="148" strike="noStrike" cap="all">
                <a:solidFill>
                  <a:schemeClr val="dk1"/>
                </a:solidFill>
                <a:latin typeface="Tenorite"/>
              </a:rPr>
              <a:t>CLICK TO add title</a:t>
            </a:r>
            <a:endParaRPr b="0" lang="en-US" sz="2800" spc="-1" strike="noStrike">
              <a:solidFill>
                <a:schemeClr val="dk1"/>
              </a:solidFill>
              <a:latin typeface="Tenorite"/>
            </a:endParaRPr>
          </a:p>
        </p:txBody>
      </p:sp>
      <p:grpSp>
        <p:nvGrpSpPr>
          <p:cNvPr id="68" name="Group 9">
            <a:extLst>
              <a:ext uri="{C183D7F6-B498-43B3-948B-1728B52AA6E4}">
                <adec:decorative xmlns:adec="http://schemas.microsoft.com/office/drawing/2017/decorative" val="1"/>
              </a:ext>
            </a:extLst>
          </p:cNvPr>
          <p:cNvGrpSpPr/>
          <p:nvPr/>
        </p:nvGrpSpPr>
        <p:grpSpPr>
          <a:xfrm>
            <a:off x="4429800" y="0"/>
            <a:ext cx="7761960" cy="2754720"/>
            <a:chOff x="4429800" y="0"/>
            <a:chExt cx="7761960" cy="2754720"/>
          </a:xfrm>
        </p:grpSpPr>
        <p:cxnSp>
          <p:nvCxnSpPr>
            <p:cNvPr id="69" name="Straight Connector 10"/>
            <p:cNvCxnSpPr/>
            <p:nvPr/>
          </p:nvCxnSpPr>
          <p:spPr>
            <a:xfrm flipH="1" flipV="1">
              <a:off x="4429800" y="0"/>
              <a:ext cx="7762320" cy="1217880"/>
            </a:xfrm>
            <a:prstGeom prst="straightConnector1">
              <a:avLst/>
            </a:prstGeom>
            <a:ln>
              <a:solidFill>
                <a:srgbClr val="000000"/>
              </a:solidFill>
            </a:ln>
          </p:spPr>
        </p:cxnSp>
        <p:cxnSp>
          <p:nvCxnSpPr>
            <p:cNvPr id="70" name="Straight Connector 11"/>
            <p:cNvCxnSpPr/>
            <p:nvPr/>
          </p:nvCxnSpPr>
          <p:spPr>
            <a:xfrm>
              <a:off x="11065680" y="0"/>
              <a:ext cx="1126440" cy="2755080"/>
            </a:xfrm>
            <a:prstGeom prst="straightConnector1">
              <a:avLst/>
            </a:prstGeom>
            <a:ln>
              <a:solidFill>
                <a:srgbClr val="000000"/>
              </a:solidFill>
            </a:ln>
          </p:spPr>
        </p:cxnSp>
      </p:grpSp>
      <p:sp>
        <p:nvSpPr>
          <p:cNvPr id="71" name="PlaceHolder 2"/>
          <p:cNvSpPr>
            <a:spLocks noGrp="1"/>
          </p:cNvSpPr>
          <p:nvPr>
            <p:ph type="body"/>
          </p:nvPr>
        </p:nvSpPr>
        <p:spPr>
          <a:xfrm>
            <a:off x="1341000" y="2961000"/>
            <a:ext cx="2722680" cy="35100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1800" spc="49" strike="noStrike">
                <a:solidFill>
                  <a:schemeClr val="dk1"/>
                </a:solidFill>
                <a:latin typeface="Tenorite"/>
              </a:rPr>
              <a:t>Click to add text</a:t>
            </a:r>
            <a:endParaRPr b="0" lang="en-US" sz="1800" spc="-1" strike="noStrike">
              <a:solidFill>
                <a:schemeClr val="dk1"/>
              </a:solidFill>
              <a:latin typeface="Tenorite"/>
            </a:endParaRPr>
          </a:p>
        </p:txBody>
      </p:sp>
      <p:sp>
        <p:nvSpPr>
          <p:cNvPr id="72" name="PlaceHolder 3"/>
          <p:cNvSpPr>
            <a:spLocks noGrp="1"/>
          </p:cNvSpPr>
          <p:nvPr>
            <p:ph type="body"/>
          </p:nvPr>
        </p:nvSpPr>
        <p:spPr>
          <a:xfrm>
            <a:off x="1341000" y="3391920"/>
            <a:ext cx="2722680" cy="2906640"/>
          </a:xfrm>
          <a:prstGeom prst="rect">
            <a:avLst/>
          </a:prstGeom>
          <a:noFill/>
          <a:ln w="0">
            <a:noFill/>
          </a:ln>
        </p:spPr>
        <p:txBody>
          <a:bodyPr lIns="91440" rIns="91440" tIns="0" bIns="45720" anchor="t">
            <a:normAutofit/>
          </a:bodyPr>
          <a:p>
            <a:pPr marL="283320" indent="-283320" defTabSz="914400">
              <a:lnSpc>
                <a:spcPct val="100000"/>
              </a:lnSpc>
              <a:spcBef>
                <a:spcPts val="1001"/>
              </a:spcBef>
              <a:buClr>
                <a:srgbClr val="000000"/>
              </a:buClr>
              <a:buFont typeface="Tenorite"/>
              <a:buAutoNum type="arabicPeriod"/>
            </a:pPr>
            <a:r>
              <a:rPr b="0" lang="en-US" sz="1800" spc="49" strike="noStrike">
                <a:solidFill>
                  <a:schemeClr val="dk1"/>
                </a:solidFill>
                <a:latin typeface="Tenorite"/>
              </a:rPr>
              <a:t>Click to add content</a:t>
            </a:r>
            <a:endParaRPr b="0" lang="en-US" sz="1800" spc="-1" strike="noStrike">
              <a:solidFill>
                <a:schemeClr val="dk1"/>
              </a:solidFill>
              <a:latin typeface="Tenorite"/>
            </a:endParaRPr>
          </a:p>
          <a:p>
            <a:pPr lvl="1" marL="567000" indent="-343080" defTabSz="914400">
              <a:lnSpc>
                <a:spcPct val="100000"/>
              </a:lnSpc>
              <a:spcBef>
                <a:spcPts val="1001"/>
              </a:spcBef>
              <a:buClr>
                <a:srgbClr val="000000"/>
              </a:buClr>
              <a:buFont typeface="Tenorite"/>
              <a:buAutoNum type="alphaLcPeriod"/>
            </a:pPr>
            <a:r>
              <a:rPr b="0" lang="en-US" sz="1800" spc="49" strike="noStrike">
                <a:solidFill>
                  <a:schemeClr val="dk1"/>
                </a:solidFill>
                <a:latin typeface="Tenorite"/>
              </a:rPr>
              <a:t>Second level</a:t>
            </a:r>
            <a:endParaRPr b="0" lang="en-US" sz="1800" spc="-1" strike="noStrike">
              <a:solidFill>
                <a:schemeClr val="dk1"/>
              </a:solidFill>
              <a:latin typeface="Tenorite"/>
            </a:endParaRPr>
          </a:p>
          <a:p>
            <a:pPr lvl="2" marL="850320" indent="-343080" defTabSz="914400">
              <a:lnSpc>
                <a:spcPct val="100000"/>
              </a:lnSpc>
              <a:spcBef>
                <a:spcPts val="1001"/>
              </a:spcBef>
              <a:buClr>
                <a:srgbClr val="000000"/>
              </a:buClr>
              <a:buFont typeface="Tenorite"/>
              <a:buAutoNum type="arabicParenR"/>
            </a:pPr>
            <a:r>
              <a:rPr b="0" lang="en-US" sz="1800" spc="49" strike="noStrike">
                <a:solidFill>
                  <a:schemeClr val="dk1"/>
                </a:solidFill>
                <a:latin typeface="Tenorite"/>
              </a:rPr>
              <a:t>Third level</a:t>
            </a:r>
            <a:endParaRPr b="0" lang="en-US" sz="1800" spc="-1" strike="noStrike">
              <a:solidFill>
                <a:schemeClr val="dk1"/>
              </a:solidFill>
              <a:latin typeface="Tenorite"/>
            </a:endParaRPr>
          </a:p>
          <a:p>
            <a:pPr lvl="3" marL="1042560" indent="-343080" defTabSz="914400">
              <a:lnSpc>
                <a:spcPct val="100000"/>
              </a:lnSpc>
              <a:spcBef>
                <a:spcPts val="1001"/>
              </a:spcBef>
              <a:buClr>
                <a:srgbClr val="000000"/>
              </a:buClr>
              <a:buFont typeface="Tenorite"/>
              <a:buAutoNum type="alphaLcParenR"/>
            </a:pPr>
            <a:r>
              <a:rPr b="0" lang="en-US" sz="1800" spc="49" strike="noStrike">
                <a:solidFill>
                  <a:schemeClr val="dk1"/>
                </a:solidFill>
                <a:latin typeface="Tenorite"/>
              </a:rPr>
              <a:t>Fourth level</a:t>
            </a:r>
            <a:endParaRPr b="0" lang="en-US" sz="1800" spc="-1" strike="noStrike">
              <a:solidFill>
                <a:schemeClr val="dk1"/>
              </a:solidFill>
              <a:latin typeface="Tenorite"/>
            </a:endParaRPr>
          </a:p>
        </p:txBody>
      </p:sp>
      <p:sp>
        <p:nvSpPr>
          <p:cNvPr id="73" name="PlaceHolder 4"/>
          <p:cNvSpPr>
            <a:spLocks noGrp="1"/>
          </p:cNvSpPr>
          <p:nvPr>
            <p:ph type="body"/>
          </p:nvPr>
        </p:nvSpPr>
        <p:spPr>
          <a:xfrm>
            <a:off x="4754880" y="2961000"/>
            <a:ext cx="5516640" cy="35100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1" lang="en-US" sz="1800" spc="49" strike="noStrike">
                <a:solidFill>
                  <a:schemeClr val="dk1"/>
                </a:solidFill>
                <a:latin typeface="Tenorite"/>
              </a:rPr>
              <a:t>Click to add text</a:t>
            </a:r>
            <a:endParaRPr b="0" lang="en-US" sz="1800" spc="-1" strike="noStrike">
              <a:solidFill>
                <a:schemeClr val="dk1"/>
              </a:solidFill>
              <a:latin typeface="Tenorite"/>
            </a:endParaRPr>
          </a:p>
        </p:txBody>
      </p:sp>
      <p:sp>
        <p:nvSpPr>
          <p:cNvPr id="74" name="PlaceHolder 5"/>
          <p:cNvSpPr>
            <a:spLocks noGrp="1"/>
          </p:cNvSpPr>
          <p:nvPr>
            <p:ph type="body"/>
          </p:nvPr>
        </p:nvSpPr>
        <p:spPr>
          <a:xfrm>
            <a:off x="4754880" y="3324960"/>
            <a:ext cx="5506200" cy="3031200"/>
          </a:xfrm>
          <a:prstGeom prst="rect">
            <a:avLst/>
          </a:prstGeom>
          <a:noFill/>
          <a:ln w="0">
            <a:noFill/>
          </a:ln>
        </p:spPr>
        <p:txBody>
          <a:bodyPr lIns="91440" rIns="91440" tIns="0" bIns="45720" anchor="t">
            <a:normAutofit/>
          </a:bodyPr>
          <a:p>
            <a:pPr indent="0" defTabSz="914400">
              <a:lnSpc>
                <a:spcPct val="100000"/>
              </a:lnSpc>
              <a:spcBef>
                <a:spcPts val="1001"/>
              </a:spcBef>
              <a:buNone/>
              <a:tabLst>
                <a:tab algn="l" pos="0"/>
              </a:tabLst>
            </a:pPr>
            <a:r>
              <a:rPr b="0" lang="en-US" sz="1800" spc="49" strike="noStrike">
                <a:solidFill>
                  <a:schemeClr val="dk1"/>
                </a:solidFill>
                <a:latin typeface="Tenorite"/>
              </a:rPr>
              <a:t>Click to add content</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Second level</a:t>
            </a:r>
            <a:endParaRPr b="0" lang="en-US" sz="1800" spc="-1" strike="noStrike">
              <a:solidFill>
                <a:schemeClr val="dk1"/>
              </a:solidFill>
              <a:latin typeface="Tenorite"/>
            </a:endParaRPr>
          </a:p>
          <a:p>
            <a:pPr lvl="2" marL="56700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Third level</a:t>
            </a:r>
            <a:endParaRPr b="0" lang="en-US" sz="1800" spc="-1" strike="noStrike">
              <a:solidFill>
                <a:schemeClr val="dk1"/>
              </a:solidFill>
              <a:latin typeface="Tenorite"/>
            </a:endParaRPr>
          </a:p>
          <a:p>
            <a:pPr lvl="3" marL="85968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Fourth level</a:t>
            </a:r>
            <a:endParaRPr b="0" lang="en-US" sz="1800" spc="-1" strike="noStrike">
              <a:solidFill>
                <a:schemeClr val="dk1"/>
              </a:solidFill>
              <a:latin typeface="Tenorite"/>
            </a:endParaRPr>
          </a:p>
          <a:p>
            <a:pPr lvl="4" marL="114300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Fifth level</a:t>
            </a:r>
            <a:endParaRPr b="0" lang="en-US" sz="1800" spc="-1" strike="noStrike">
              <a:solidFill>
                <a:schemeClr val="dk1"/>
              </a:solidFill>
              <a:latin typeface="Tenorite"/>
            </a:endParaRPr>
          </a:p>
        </p:txBody>
      </p:sp>
      <p:sp>
        <p:nvSpPr>
          <p:cNvPr id="75" name="PlaceHolder 6"/>
          <p:cNvSpPr>
            <a:spLocks noGrp="1"/>
          </p:cNvSpPr>
          <p:nvPr>
            <p:ph type="ftr" idx="15"/>
          </p:nvPr>
        </p:nvSpPr>
        <p:spPr>
          <a:xfrm>
            <a:off x="1333440" y="6356520"/>
            <a:ext cx="381888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chemeClr val="dk1">
                    <a:tint val="75000"/>
                  </a:schemeClr>
                </a:solidFill>
                <a:latin typeface="Tenorite"/>
              </a:defRPr>
            </a:lvl1pPr>
          </a:lstStyle>
          <a:p>
            <a:pPr indent="0" defTabSz="914400">
              <a:lnSpc>
                <a:spcPct val="100000"/>
              </a:lnSpc>
              <a:buNone/>
            </a:pPr>
            <a:r>
              <a:rPr b="0" lang="en-US" sz="900" spc="-1" strike="noStrike">
                <a:solidFill>
                  <a:schemeClr val="dk1">
                    <a:tint val="75000"/>
                  </a:schemeClr>
                </a:solidFill>
                <a:latin typeface="Tenorite"/>
              </a:rPr>
              <a:t>&lt;footer&gt;</a:t>
            </a:r>
            <a:endParaRPr b="0" lang="en-US" sz="900" spc="-1" strike="noStrike">
              <a:solidFill>
                <a:srgbClr val="000000"/>
              </a:solidFill>
              <a:latin typeface="Times New Roman"/>
            </a:endParaRPr>
          </a:p>
        </p:txBody>
      </p:sp>
      <p:sp>
        <p:nvSpPr>
          <p:cNvPr id="76" name="PlaceHolder 7"/>
          <p:cNvSpPr>
            <a:spLocks noGrp="1"/>
          </p:cNvSpPr>
          <p:nvPr>
            <p:ph type="sldNum" idx="16"/>
          </p:nvPr>
        </p:nvSpPr>
        <p:spPr>
          <a:xfrm>
            <a:off x="10373400" y="6356520"/>
            <a:ext cx="9871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enorite"/>
              </a:defRPr>
            </a:lvl1pPr>
          </a:lstStyle>
          <a:p>
            <a:pPr indent="0" algn="r" defTabSz="914400">
              <a:lnSpc>
                <a:spcPct val="100000"/>
              </a:lnSpc>
              <a:buNone/>
            </a:pPr>
            <a:fld id="{9D0A5AD4-EA90-45CB-8746-9E9B0F0FC8A6}" type="slidenum">
              <a:rPr b="0" lang="en-US" sz="900" spc="-1" strike="noStrike">
                <a:solidFill>
                  <a:schemeClr val="dk1">
                    <a:tint val="75000"/>
                  </a:schemeClr>
                </a:solidFill>
                <a:latin typeface="Tenorite"/>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77" name="Straight Connector 10">
            <a:extLst>
              <a:ext uri="{C183D7F6-B498-43B3-948B-1728B52AA6E4}">
                <adec:decorative xmlns:adec="http://schemas.microsoft.com/office/drawing/2017/decorative" val="1"/>
              </a:ext>
            </a:extLst>
          </p:cNvPr>
          <p:cNvCxnSpPr/>
          <p:nvPr/>
        </p:nvCxnSpPr>
        <p:spPr>
          <a:xfrm flipH="1" flipV="1">
            <a:off x="3093840" y="0"/>
            <a:ext cx="1746360" cy="3898080"/>
          </a:xfrm>
          <a:prstGeom prst="straightConnector1">
            <a:avLst/>
          </a:prstGeom>
          <a:ln>
            <a:solidFill>
              <a:srgbClr val="000000"/>
            </a:solidFill>
          </a:ln>
        </p:spPr>
      </p:cxnSp>
      <p:sp>
        <p:nvSpPr>
          <p:cNvPr id="78" name="PlaceHolder 1"/>
          <p:cNvSpPr>
            <a:spLocks noGrp="1"/>
          </p:cNvSpPr>
          <p:nvPr>
            <p:ph type="title"/>
          </p:nvPr>
        </p:nvSpPr>
        <p:spPr>
          <a:xfrm>
            <a:off x="5477040" y="1671480"/>
            <a:ext cx="5883840" cy="1204560"/>
          </a:xfrm>
          <a:prstGeom prst="rect">
            <a:avLst/>
          </a:prstGeom>
          <a:noFill/>
          <a:ln w="0">
            <a:noFill/>
          </a:ln>
        </p:spPr>
        <p:txBody>
          <a:bodyPr lIns="91440" rIns="91440" tIns="45720" bIns="45720" anchor="b">
            <a:normAutofit/>
          </a:bodyPr>
          <a:p>
            <a:pPr indent="0" defTabSz="914400">
              <a:lnSpc>
                <a:spcPct val="90000"/>
              </a:lnSpc>
              <a:buNone/>
            </a:pPr>
            <a:r>
              <a:rPr b="0" lang="en-US" sz="2800" spc="148" strike="noStrike" cap="all">
                <a:solidFill>
                  <a:schemeClr val="dk1"/>
                </a:solidFill>
                <a:latin typeface="Tenorite"/>
              </a:rPr>
              <a:t>CLICK TO add title</a:t>
            </a:r>
            <a:endParaRPr b="0" lang="en-US" sz="2800" spc="-1" strike="noStrike">
              <a:solidFill>
                <a:schemeClr val="dk1"/>
              </a:solidFill>
              <a:latin typeface="Tenorite"/>
            </a:endParaRPr>
          </a:p>
        </p:txBody>
      </p:sp>
      <p:sp>
        <p:nvSpPr>
          <p:cNvPr id="79" name="PlaceHolder 2"/>
          <p:cNvSpPr>
            <a:spLocks noGrp="1"/>
          </p:cNvSpPr>
          <p:nvPr>
            <p:ph type="body"/>
          </p:nvPr>
        </p:nvSpPr>
        <p:spPr>
          <a:xfrm>
            <a:off x="-28080" y="-9000"/>
            <a:ext cx="5481720" cy="6876000"/>
          </a:xfrm>
          <a:prstGeom prst="rect">
            <a:avLst/>
          </a:prstGeom>
          <a:noFill/>
          <a:ln w="0">
            <a:noFill/>
          </a:ln>
        </p:spPr>
        <p:txBody>
          <a:bodyPr lIns="274320" rIns="90000" tIns="91440" bIns="91440" anchor="t">
            <a:normAutofit/>
          </a:bodyPr>
          <a:p>
            <a:pPr indent="0" defTabSz="914400">
              <a:lnSpc>
                <a:spcPct val="100000"/>
              </a:lnSpc>
              <a:buNone/>
              <a:tabLst>
                <a:tab algn="l" pos="0"/>
              </a:tabLst>
            </a:pPr>
            <a:r>
              <a:rPr b="0" lang="en-US" sz="2000" spc="-1" strike="noStrike">
                <a:solidFill>
                  <a:schemeClr val="dk1"/>
                </a:solidFill>
                <a:latin typeface="Tenorite"/>
              </a:rPr>
              <a:t>Click icon to add picture</a:t>
            </a:r>
            <a:endParaRPr b="0" lang="en-US" sz="2000" spc="-1" strike="noStrike">
              <a:solidFill>
                <a:schemeClr val="dk1"/>
              </a:solidFill>
              <a:latin typeface="Tenorite"/>
            </a:endParaRPr>
          </a:p>
        </p:txBody>
      </p:sp>
      <p:sp>
        <p:nvSpPr>
          <p:cNvPr id="80" name="PlaceHolder 3"/>
          <p:cNvSpPr>
            <a:spLocks noGrp="1"/>
          </p:cNvSpPr>
          <p:nvPr>
            <p:ph type="ftr" idx="17"/>
          </p:nvPr>
        </p:nvSpPr>
        <p:spPr>
          <a:xfrm>
            <a:off x="825480" y="6356520"/>
            <a:ext cx="381888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chemeClr val="dk1">
                    <a:tint val="75000"/>
                  </a:schemeClr>
                </a:solidFill>
                <a:latin typeface="Tenorite"/>
              </a:defRPr>
            </a:lvl1pPr>
          </a:lstStyle>
          <a:p>
            <a:pPr indent="0" defTabSz="914400">
              <a:lnSpc>
                <a:spcPct val="100000"/>
              </a:lnSpc>
              <a:buNone/>
            </a:pPr>
            <a:r>
              <a:rPr b="0" lang="en-US" sz="900" spc="-1" strike="noStrike">
                <a:solidFill>
                  <a:schemeClr val="dk1">
                    <a:tint val="75000"/>
                  </a:schemeClr>
                </a:solidFill>
                <a:latin typeface="Tenorite"/>
              </a:rPr>
              <a:t>&lt;footer&gt;</a:t>
            </a:r>
            <a:endParaRPr b="0" lang="en-US" sz="900" spc="-1" strike="noStrike">
              <a:solidFill>
                <a:srgbClr val="000000"/>
              </a:solidFill>
              <a:latin typeface="Times New Roman"/>
            </a:endParaRPr>
          </a:p>
        </p:txBody>
      </p:sp>
      <p:sp>
        <p:nvSpPr>
          <p:cNvPr id="81" name="PlaceHolder 4"/>
          <p:cNvSpPr>
            <a:spLocks noGrp="1"/>
          </p:cNvSpPr>
          <p:nvPr>
            <p:ph type="sldNum" idx="18"/>
          </p:nvPr>
        </p:nvSpPr>
        <p:spPr>
          <a:xfrm>
            <a:off x="10373400" y="6356520"/>
            <a:ext cx="9871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enorite"/>
              </a:defRPr>
            </a:lvl1pPr>
          </a:lstStyle>
          <a:p>
            <a:pPr indent="0" algn="r" defTabSz="914400">
              <a:lnSpc>
                <a:spcPct val="100000"/>
              </a:lnSpc>
              <a:buNone/>
            </a:pPr>
            <a:fld id="{0C93FA87-5DA1-4A7C-BCF9-C8ED625DCA6D}" type="slidenum">
              <a:rPr b="0" lang="en-US" sz="900" spc="-1" strike="noStrike">
                <a:solidFill>
                  <a:schemeClr val="dk1">
                    <a:tint val="75000"/>
                  </a:schemeClr>
                </a:solidFill>
                <a:latin typeface="Tenorite"/>
              </a:rPr>
              <a:t>&lt;number&gt;</a:t>
            </a:fld>
            <a:endParaRPr b="0" lang="en-US" sz="900" spc="-1" strike="noStrike">
              <a:solidFill>
                <a:srgbClr val="000000"/>
              </a:solidFill>
              <a:latin typeface="Times New Roman"/>
            </a:endParaRPr>
          </a:p>
        </p:txBody>
      </p:sp>
      <p:sp>
        <p:nvSpPr>
          <p:cNvPr id="82" name="PlaceHolder 5"/>
          <p:cNvSpPr>
            <a:spLocks noGrp="1"/>
          </p:cNvSpPr>
          <p:nvPr>
            <p:ph type="body"/>
          </p:nvPr>
        </p:nvSpPr>
        <p:spPr>
          <a:xfrm>
            <a:off x="5453640" y="3660840"/>
            <a:ext cx="5906880" cy="2536560"/>
          </a:xfrm>
          <a:prstGeom prst="rect">
            <a:avLst/>
          </a:prstGeom>
          <a:noFill/>
          <a:ln w="0">
            <a:noFill/>
          </a:ln>
        </p:spPr>
        <p:txBody>
          <a:bodyPr lIns="91440" rIns="91440" tIns="0" bIns="45720" anchor="t">
            <a:normAutofit/>
          </a:bodyPr>
          <a:p>
            <a:pPr indent="0" defTabSz="914400">
              <a:lnSpc>
                <a:spcPct val="100000"/>
              </a:lnSpc>
              <a:spcBef>
                <a:spcPts val="1001"/>
              </a:spcBef>
              <a:buNone/>
              <a:tabLst>
                <a:tab algn="l" pos="0"/>
              </a:tabLst>
            </a:pPr>
            <a:r>
              <a:rPr b="0" lang="en-US" sz="1800" spc="49" strike="noStrike">
                <a:solidFill>
                  <a:schemeClr val="dk1"/>
                </a:solidFill>
                <a:latin typeface="Tenorite"/>
              </a:rPr>
              <a:t>Click to add content</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Second level</a:t>
            </a:r>
            <a:endParaRPr b="0" lang="en-US" sz="1800" spc="-1" strike="noStrike">
              <a:solidFill>
                <a:schemeClr val="dk1"/>
              </a:solidFill>
              <a:latin typeface="Tenorite"/>
            </a:endParaRPr>
          </a:p>
          <a:p>
            <a:pPr lvl="2" marL="56700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Third level</a:t>
            </a:r>
            <a:endParaRPr b="0" lang="en-US" sz="1800" spc="-1" strike="noStrike">
              <a:solidFill>
                <a:schemeClr val="dk1"/>
              </a:solidFill>
              <a:latin typeface="Tenorite"/>
            </a:endParaRPr>
          </a:p>
          <a:p>
            <a:pPr lvl="3" marL="85968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Fourth level</a:t>
            </a:r>
            <a:endParaRPr b="0" lang="en-US" sz="1800" spc="-1" strike="noStrike">
              <a:solidFill>
                <a:schemeClr val="dk1"/>
              </a:solidFill>
              <a:latin typeface="Tenorite"/>
            </a:endParaRPr>
          </a:p>
          <a:p>
            <a:pPr lvl="4" marL="115200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Fifth level</a:t>
            </a:r>
            <a:endParaRPr b="0" lang="en-US" sz="1800" spc="-1" strike="noStrike">
              <a:solidFill>
                <a:schemeClr val="dk1"/>
              </a:solidFill>
              <a:latin typeface="Tenorite"/>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jpeg"/><Relationship Id="rId6" Type="http://schemas.openxmlformats.org/officeDocument/2006/relationships/slideLayout" Target="../slideLayouts/slideLayout7.xml"/><Relationship Id="rId7"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slideLayout" Target="../slideLayouts/slideLayout8.xml"/><Relationship Id="rId11"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slideLayout" Target="../slideLayouts/slideLayout9.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4928040" y="4761000"/>
            <a:ext cx="6969960" cy="1367280"/>
          </a:xfrm>
          <a:prstGeom prst="rect">
            <a:avLst/>
          </a:prstGeom>
          <a:noFill/>
          <a:ln w="0">
            <a:noFill/>
          </a:ln>
        </p:spPr>
        <p:txBody>
          <a:bodyPr lIns="91440" rIns="91440" tIns="45720" bIns="45720" anchor="ctr">
            <a:noAutofit/>
          </a:bodyPr>
          <a:p>
            <a:pPr indent="0" algn="r" defTabSz="914400">
              <a:lnSpc>
                <a:spcPct val="90000"/>
              </a:lnSpc>
              <a:buNone/>
            </a:pPr>
            <a:r>
              <a:rPr b="0" lang="en-US" sz="3200" spc="148" strike="noStrike" cap="all">
                <a:solidFill>
                  <a:schemeClr val="dk1"/>
                </a:solidFill>
                <a:latin typeface="Tenorite"/>
              </a:rPr>
              <a:t>ANALYZING ASSEMBLY: </a:t>
            </a:r>
            <a:br>
              <a:rPr sz="3200"/>
            </a:br>
            <a:r>
              <a:rPr b="0" lang="en-US" sz="3200" spc="148" strike="noStrike" cap="all">
                <a:solidFill>
                  <a:schemeClr val="dk1"/>
                </a:solidFill>
                <a:latin typeface="Tenorite"/>
              </a:rPr>
              <a:t>A LOW LEVEL CONNECTION</a:t>
            </a:r>
            <a:br>
              <a:rPr sz="3600"/>
            </a:br>
            <a:r>
              <a:rPr b="0" lang="en-US" sz="1800" spc="148" strike="noStrike" cap="all">
                <a:solidFill>
                  <a:schemeClr val="dk1"/>
                </a:solidFill>
                <a:latin typeface="Biome"/>
                <a:ea typeface="Calibri"/>
              </a:rPr>
              <a:t>the gap between abstraction and actual</a:t>
            </a:r>
            <a:endParaRPr b="0" lang="en-US" sz="1800" spc="-1" strike="noStrike">
              <a:solidFill>
                <a:schemeClr val="dk1"/>
              </a:solidFill>
              <a:latin typeface="Tenorite"/>
            </a:endParaRPr>
          </a:p>
        </p:txBody>
      </p:sp>
      <p:sp>
        <p:nvSpPr>
          <p:cNvPr id="90" name="TextBox 2"/>
          <p:cNvSpPr/>
          <p:nvPr/>
        </p:nvSpPr>
        <p:spPr>
          <a:xfrm>
            <a:off x="5519520" y="6126840"/>
            <a:ext cx="6383880" cy="36540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chemeClr val="dk1"/>
                </a:solidFill>
                <a:latin typeface="Biome"/>
              </a:rPr>
              <a:t>Microcomputers 2025 | Joseph Lincoln | Prof. Sparrow</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1240920" y="1051200"/>
            <a:ext cx="3559680" cy="1325160"/>
          </a:xfrm>
          <a:prstGeom prst="rect">
            <a:avLst/>
          </a:prstGeom>
          <a:noFill/>
          <a:ln w="0">
            <a:noFill/>
          </a:ln>
        </p:spPr>
        <p:txBody>
          <a:bodyPr lIns="91440" rIns="91440" tIns="45720" bIns="45720" anchor="b">
            <a:normAutofit/>
          </a:bodyPr>
          <a:p>
            <a:pPr indent="0" defTabSz="914400">
              <a:lnSpc>
                <a:spcPct val="90000"/>
              </a:lnSpc>
              <a:buNone/>
            </a:pPr>
            <a:r>
              <a:rPr b="0" lang="en-US" sz="3200" spc="148" strike="noStrike" cap="all">
                <a:solidFill>
                  <a:schemeClr val="lt1"/>
                </a:solidFill>
                <a:latin typeface="Tenorite"/>
              </a:rPr>
              <a:t>Presentation</a:t>
            </a:r>
            <a:endParaRPr b="0" lang="en-US" sz="3200" spc="-1" strike="noStrike">
              <a:solidFill>
                <a:schemeClr val="dk1"/>
              </a:solidFill>
              <a:latin typeface="Tenorite"/>
            </a:endParaRPr>
          </a:p>
        </p:txBody>
      </p:sp>
      <p:sp>
        <p:nvSpPr>
          <p:cNvPr id="92" name="PlaceHolder 2"/>
          <p:cNvSpPr>
            <a:spLocks noGrp="1"/>
          </p:cNvSpPr>
          <p:nvPr>
            <p:ph/>
          </p:nvPr>
        </p:nvSpPr>
        <p:spPr>
          <a:xfrm>
            <a:off x="1333440" y="2674080"/>
            <a:ext cx="2895120" cy="3269160"/>
          </a:xfrm>
          <a:prstGeom prst="rect">
            <a:avLst/>
          </a:prstGeom>
          <a:noFill/>
          <a:ln w="0">
            <a:noFill/>
          </a:ln>
        </p:spPr>
        <p:txBody>
          <a:bodyPr lIns="91440" rIns="91440" tIns="45720" bIns="45720" anchor="t">
            <a:normAutofit fontScale="98333" lnSpcReduction="20000"/>
          </a:bodyPr>
          <a:p>
            <a:pPr indent="0" defTabSz="914400">
              <a:lnSpc>
                <a:spcPct val="140000"/>
              </a:lnSpc>
              <a:spcBef>
                <a:spcPts val="1001"/>
              </a:spcBef>
              <a:buNone/>
              <a:tabLst>
                <a:tab algn="l" pos="0"/>
              </a:tabLst>
            </a:pPr>
            <a:r>
              <a:rPr b="0" lang="en-US" sz="1800" spc="-1" strike="noStrike">
                <a:solidFill>
                  <a:schemeClr val="lt1"/>
                </a:solidFill>
                <a:latin typeface="Tenorite"/>
              </a:rPr>
              <a:t>Assembly and Initial Ideas</a:t>
            </a:r>
            <a:endParaRPr b="0" lang="en-US" sz="1800" spc="-1" strike="noStrike">
              <a:solidFill>
                <a:schemeClr val="dk1"/>
              </a:solidFill>
              <a:latin typeface="Tenorite"/>
            </a:endParaRPr>
          </a:p>
          <a:p>
            <a:pPr indent="0" defTabSz="914400">
              <a:lnSpc>
                <a:spcPct val="100000"/>
              </a:lnSpc>
              <a:spcBef>
                <a:spcPts val="1001"/>
              </a:spcBef>
              <a:buNone/>
              <a:tabLst>
                <a:tab algn="l" pos="0"/>
              </a:tabLst>
            </a:pPr>
            <a:r>
              <a:rPr b="0" lang="en-US" sz="1800" spc="-1" strike="noStrike">
                <a:solidFill>
                  <a:schemeClr val="lt1"/>
                </a:solidFill>
                <a:latin typeface="Tenorite"/>
              </a:rPr>
              <a:t>There and Back Again (BASIC to ASM)</a:t>
            </a:r>
            <a:endParaRPr b="0" lang="en-US" sz="1800" spc="-1" strike="noStrike">
              <a:solidFill>
                <a:schemeClr val="dk1"/>
              </a:solidFill>
              <a:latin typeface="Tenorite"/>
            </a:endParaRPr>
          </a:p>
          <a:p>
            <a:pPr indent="0" defTabSz="914400">
              <a:lnSpc>
                <a:spcPct val="140000"/>
              </a:lnSpc>
              <a:spcBef>
                <a:spcPts val="1001"/>
              </a:spcBef>
              <a:buNone/>
              <a:tabLst>
                <a:tab algn="l" pos="0"/>
              </a:tabLst>
            </a:pPr>
            <a:r>
              <a:rPr b="0" lang="en-US" sz="1800" spc="-1" strike="noStrike">
                <a:solidFill>
                  <a:schemeClr val="lt1"/>
                </a:solidFill>
                <a:latin typeface="Tenorite"/>
              </a:rPr>
              <a:t>Tweaking and Optimizing</a:t>
            </a:r>
            <a:endParaRPr b="0" lang="en-US" sz="1800" spc="-1" strike="noStrike">
              <a:solidFill>
                <a:schemeClr val="dk1"/>
              </a:solidFill>
              <a:latin typeface="Tenorite"/>
            </a:endParaRPr>
          </a:p>
          <a:p>
            <a:pPr indent="0" defTabSz="914400">
              <a:lnSpc>
                <a:spcPct val="140000"/>
              </a:lnSpc>
              <a:spcBef>
                <a:spcPts val="1001"/>
              </a:spcBef>
              <a:buNone/>
              <a:tabLst>
                <a:tab algn="l" pos="0"/>
              </a:tabLst>
            </a:pPr>
            <a:r>
              <a:rPr b="0" lang="en-US" sz="1800" spc="-1" strike="noStrike">
                <a:solidFill>
                  <a:schemeClr val="lt1"/>
                </a:solidFill>
                <a:latin typeface="Tenorite"/>
              </a:rPr>
              <a:t>Code Breakdown</a:t>
            </a:r>
            <a:endParaRPr b="0" lang="en-US" sz="1800" spc="-1" strike="noStrike">
              <a:solidFill>
                <a:schemeClr val="dk1"/>
              </a:solidFill>
              <a:latin typeface="Tenorite"/>
            </a:endParaRPr>
          </a:p>
          <a:p>
            <a:pPr indent="0" defTabSz="914400">
              <a:lnSpc>
                <a:spcPct val="140000"/>
              </a:lnSpc>
              <a:spcBef>
                <a:spcPts val="1001"/>
              </a:spcBef>
              <a:buNone/>
              <a:tabLst>
                <a:tab algn="l" pos="0"/>
              </a:tabLst>
            </a:pPr>
            <a:r>
              <a:rPr b="0" lang="en-US" sz="1800" spc="-1" strike="noStrike">
                <a:solidFill>
                  <a:schemeClr val="lt1"/>
                </a:solidFill>
                <a:latin typeface="Tenorite"/>
              </a:rPr>
              <a:t>What I Learned / Wrap-up</a:t>
            </a:r>
            <a:endParaRPr b="0" lang="en-US" sz="1800" spc="-1" strike="noStrike">
              <a:solidFill>
                <a:schemeClr val="dk1"/>
              </a:solidFill>
              <a:latin typeface="Tenorite"/>
            </a:endParaRPr>
          </a:p>
        </p:txBody>
      </p:sp>
      <p:sp>
        <p:nvSpPr>
          <p:cNvPr id="93" name="PlaceHolder 3"/>
          <p:cNvSpPr>
            <a:spLocks noGrp="1"/>
          </p:cNvSpPr>
          <p:nvPr>
            <p:ph type="sldNum" idx="22"/>
          </p:nvPr>
        </p:nvSpPr>
        <p:spPr>
          <a:xfrm>
            <a:off x="10373400" y="6356520"/>
            <a:ext cx="9871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enorite"/>
              </a:defRPr>
            </a:lvl1pPr>
          </a:lstStyle>
          <a:p>
            <a:pPr indent="0" algn="r" defTabSz="914400">
              <a:lnSpc>
                <a:spcPct val="100000"/>
              </a:lnSpc>
              <a:buNone/>
            </a:pPr>
            <a:fld id="{BBDEDDD7-09FA-4748-8EED-AC4618CC1C68}" type="slidenum">
              <a:rPr b="0" lang="en-US" sz="900" spc="-1" strike="noStrike">
                <a:solidFill>
                  <a:schemeClr val="dk1">
                    <a:tint val="75000"/>
                  </a:schemeClr>
                </a:solidFill>
                <a:latin typeface="Tenorite"/>
              </a:rPr>
              <a:t>2</a:t>
            </a:fld>
            <a:endParaRPr b="0" lang="en-US" sz="9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4607280" y="-1080"/>
            <a:ext cx="7428240" cy="740880"/>
          </a:xfrm>
          <a:prstGeom prst="rect">
            <a:avLst/>
          </a:prstGeom>
          <a:noFill/>
          <a:ln w="0">
            <a:noFill/>
          </a:ln>
        </p:spPr>
        <p:txBody>
          <a:bodyPr lIns="91440" rIns="91440" tIns="45720" bIns="45720" anchor="b">
            <a:noAutofit/>
          </a:bodyPr>
          <a:p>
            <a:pPr indent="0" algn="ctr" defTabSz="914400">
              <a:lnSpc>
                <a:spcPct val="90000"/>
              </a:lnSpc>
              <a:buNone/>
            </a:pPr>
            <a:r>
              <a:rPr b="0" lang="en-US" sz="3600" spc="148" strike="noStrike" cap="all">
                <a:solidFill>
                  <a:schemeClr val="dk1"/>
                </a:solidFill>
                <a:latin typeface="Tenorite"/>
              </a:rPr>
              <a:t>Assembly and initial ideas</a:t>
            </a:r>
            <a:endParaRPr b="0" lang="en-US" sz="3600" spc="-1" strike="noStrike">
              <a:solidFill>
                <a:schemeClr val="dk1"/>
              </a:solidFill>
              <a:latin typeface="Tenorite"/>
            </a:endParaRPr>
          </a:p>
        </p:txBody>
      </p:sp>
      <p:sp>
        <p:nvSpPr>
          <p:cNvPr id="95" name="TextBox 9"/>
          <p:cNvSpPr/>
          <p:nvPr/>
        </p:nvSpPr>
        <p:spPr>
          <a:xfrm rot="21300000">
            <a:off x="603720" y="4956840"/>
            <a:ext cx="3211560" cy="82260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2400" spc="-1" strike="noStrike">
                <a:solidFill>
                  <a:schemeClr val="dk1"/>
                </a:solidFill>
                <a:latin typeface="Tenorite"/>
              </a:rPr>
              <a:t>Traffic light simulator?</a:t>
            </a:r>
            <a:endParaRPr b="0" lang="en-US" sz="2400" spc="-1" strike="noStrike">
              <a:solidFill>
                <a:srgbClr val="000000"/>
              </a:solidFill>
              <a:latin typeface="Arial"/>
            </a:endParaRPr>
          </a:p>
        </p:txBody>
      </p:sp>
      <p:pic>
        <p:nvPicPr>
          <p:cNvPr id="96" name="Picture 7" descr=""/>
          <p:cNvPicPr/>
          <p:nvPr/>
        </p:nvPicPr>
        <p:blipFill>
          <a:blip r:embed="rId1"/>
          <a:stretch/>
        </p:blipFill>
        <p:spPr>
          <a:xfrm rot="21240000">
            <a:off x="191520" y="93240"/>
            <a:ext cx="1904760" cy="1904760"/>
          </a:xfrm>
          <a:prstGeom prst="rect">
            <a:avLst/>
          </a:prstGeom>
          <a:ln w="0">
            <a:noFill/>
          </a:ln>
        </p:spPr>
      </p:pic>
      <p:pic>
        <p:nvPicPr>
          <p:cNvPr id="97" name="Picture 2" descr="A finger pointing at a circuit board&#10;&#10;AI-generated content may be incorrect."/>
          <p:cNvPicPr/>
          <p:nvPr/>
        </p:nvPicPr>
        <p:blipFill>
          <a:blip r:embed="rId2"/>
          <a:stretch/>
        </p:blipFill>
        <p:spPr>
          <a:xfrm rot="600000">
            <a:off x="1617120" y="1168560"/>
            <a:ext cx="2513880" cy="3211560"/>
          </a:xfrm>
          <a:prstGeom prst="rect">
            <a:avLst/>
          </a:prstGeom>
          <a:ln w="0">
            <a:noFill/>
          </a:ln>
        </p:spPr>
      </p:pic>
      <p:pic>
        <p:nvPicPr>
          <p:cNvPr id="98" name="Picture 3" descr="A car driving on a highway&#10;&#10;AI-generated content may be incorrect."/>
          <p:cNvPicPr/>
          <p:nvPr/>
        </p:nvPicPr>
        <p:blipFill>
          <a:blip r:embed="rId3"/>
          <a:srcRect l="6834" t="0" r="10430" b="281"/>
          <a:stretch/>
        </p:blipFill>
        <p:spPr>
          <a:xfrm rot="120000">
            <a:off x="298440" y="3839040"/>
            <a:ext cx="3971880" cy="2810520"/>
          </a:xfrm>
          <a:prstGeom prst="rect">
            <a:avLst/>
          </a:prstGeom>
          <a:ln w="0">
            <a:noFill/>
          </a:ln>
        </p:spPr>
      </p:pic>
      <p:pic>
        <p:nvPicPr>
          <p:cNvPr id="99" name="Picture 5" descr="A black rectangular sign with orange letters and a microphone&#10;&#10;AI-generated content may be incorrect."/>
          <p:cNvPicPr/>
          <p:nvPr/>
        </p:nvPicPr>
        <p:blipFill>
          <a:blip r:embed="rId4"/>
          <a:stretch/>
        </p:blipFill>
        <p:spPr>
          <a:xfrm rot="360000">
            <a:off x="7282800" y="3657960"/>
            <a:ext cx="4619880" cy="2825640"/>
          </a:xfrm>
          <a:prstGeom prst="rect">
            <a:avLst/>
          </a:prstGeom>
          <a:ln w="0">
            <a:noFill/>
          </a:ln>
        </p:spPr>
      </p:pic>
      <p:pic>
        <p:nvPicPr>
          <p:cNvPr id="100" name="Picture 6" descr="A group of signs with text&#10;&#10;AI-generated content may be incorrect."/>
          <p:cNvPicPr/>
          <p:nvPr/>
        </p:nvPicPr>
        <p:blipFill>
          <a:blip r:embed="rId5"/>
          <a:stretch/>
        </p:blipFill>
        <p:spPr>
          <a:xfrm rot="21420000">
            <a:off x="2764440" y="3605040"/>
            <a:ext cx="5364000" cy="3013920"/>
          </a:xfrm>
          <a:prstGeom prst="rect">
            <a:avLst/>
          </a:prstGeom>
          <a:ln w="0">
            <a:noFill/>
          </a:ln>
        </p:spPr>
      </p:pic>
      <p:sp>
        <p:nvSpPr>
          <p:cNvPr id="101" name="TextBox 8"/>
          <p:cNvSpPr/>
          <p:nvPr/>
        </p:nvSpPr>
        <p:spPr>
          <a:xfrm>
            <a:off x="4699080" y="743040"/>
            <a:ext cx="7488720" cy="204084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600" spc="-1" strike="noStrike">
                <a:solidFill>
                  <a:schemeClr val="dk1"/>
                </a:solidFill>
                <a:latin typeface="Tenorite"/>
                <a:ea typeface="Calibri"/>
              </a:rPr>
              <a:t>Assembly is a family of programming languages used to interface directly with the CPU of any computer / controller, be it micro or otherwise. It is a low-level family of languages, as low as you can get before reaching binary and / or hex. The instruction set of an assembly language is tied closely to the machine code of the given architecture it is written for. These and other factors render assembly programming as very concrete, with little to no abstraction, and heavy importance placed upon the literal representation and operation of data.  </a:t>
            </a:r>
            <a:endParaRPr b="0" lang="en-US" sz="1600" spc="-1" strike="noStrike">
              <a:solidFill>
                <a:srgbClr val="000000"/>
              </a:solidFill>
              <a:latin typeface="Arial"/>
            </a:endParaRPr>
          </a:p>
        </p:txBody>
      </p:sp>
      <p:sp>
        <p:nvSpPr>
          <p:cNvPr id="102" name="TextBox 10"/>
          <p:cNvSpPr/>
          <p:nvPr/>
        </p:nvSpPr>
        <p:spPr>
          <a:xfrm rot="180000">
            <a:off x="6501240" y="2835720"/>
            <a:ext cx="4996080" cy="45684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2400" spc="-1" strike="noStrike">
                <a:solidFill>
                  <a:schemeClr val="dk1"/>
                </a:solidFill>
                <a:latin typeface="Tenorite"/>
              </a:rPr>
              <a:t>How about some LCD road signs?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2" presetSubtype="4">
                                  <p:stCondLst>
                                    <p:cond delay="0"/>
                                  </p:stCondLst>
                                  <p:childTnLst>
                                    <p:set>
                                      <p:cBhvr>
                                        <p:cTn id="6" dur="1" fill="hold">
                                          <p:stCondLst>
                                            <p:cond delay="0"/>
                                          </p:stCondLst>
                                        </p:cTn>
                                        <p:tgtEl>
                                          <p:spTgt spid="94"/>
                                        </p:tgtEl>
                                        <p:attrNameLst>
                                          <p:attrName>style.visibility</p:attrName>
                                        </p:attrNameLst>
                                      </p:cBhvr>
                                      <p:to>
                                        <p:strVal val="visible"/>
                                      </p:to>
                                    </p:set>
                                    <p:anim calcmode="lin" valueType="num">
                                      <p:cBhvr additive="repl">
                                        <p:cTn id="7" dur="500" fill="hold"/>
                                        <p:tgtEl>
                                          <p:spTgt spid="94"/>
                                        </p:tgtEl>
                                        <p:attrNameLst>
                                          <p:attrName>ppt_x</p:attrName>
                                        </p:attrNameLst>
                                      </p:cBhvr>
                                      <p:tavLst>
                                        <p:tav tm="0">
                                          <p:val>
                                            <p:strVal val="#ppt_x"/>
                                          </p:val>
                                        </p:tav>
                                        <p:tav tm="100000">
                                          <p:val>
                                            <p:strVal val="#ppt_x"/>
                                          </p:val>
                                        </p:tav>
                                      </p:tavLst>
                                    </p:anim>
                                    <p:anim calcmode="lin" valueType="num">
                                      <p:cBhvr additive="repl">
                                        <p:cTn id="8" dur="500" fill="hold"/>
                                        <p:tgtEl>
                                          <p:spTgt spid="94"/>
                                        </p:tgtEl>
                                        <p:attrNameLst>
                                          <p:attrName>ppt_y</p:attrName>
                                        </p:attrNameLst>
                                      </p:cBhvr>
                                      <p:tavLst>
                                        <p:tav tm="0">
                                          <p:val>
                                            <p:strVal val="1+#ppt_h/2"/>
                                          </p:val>
                                        </p:tav>
                                        <p:tav tm="100000">
                                          <p:val>
                                            <p:strVal val="#ppt_y"/>
                                          </p:val>
                                        </p:tav>
                                      </p:tavLst>
                                    </p:anim>
                                  </p:childTnLst>
                                </p:cTn>
                              </p:par>
                              <p:par>
                                <p:cTn id="9" nodeType="withEffect" fill="hold" presetClass="entr" presetID="2" presetSubtype="4">
                                  <p:stCondLst>
                                    <p:cond delay="250"/>
                                  </p:stCondLst>
                                  <p:childTnLst>
                                    <p:set>
                                      <p:cBhvr>
                                        <p:cTn id="10" dur="1" fill="hold">
                                          <p:stCondLst>
                                            <p:cond delay="0"/>
                                          </p:stCondLst>
                                        </p:cTn>
                                        <p:tgtEl>
                                          <p:spTgt spid="101"/>
                                        </p:tgtEl>
                                        <p:attrNameLst>
                                          <p:attrName>style.visibility</p:attrName>
                                        </p:attrNameLst>
                                      </p:cBhvr>
                                      <p:to>
                                        <p:strVal val="visible"/>
                                      </p:to>
                                    </p:set>
                                    <p:anim calcmode="lin" valueType="num">
                                      <p:cBhvr additive="repl">
                                        <p:cTn id="11" dur="500" fill="hold"/>
                                        <p:tgtEl>
                                          <p:spTgt spid="101"/>
                                        </p:tgtEl>
                                        <p:attrNameLst>
                                          <p:attrName>ppt_x</p:attrName>
                                        </p:attrNameLst>
                                      </p:cBhvr>
                                      <p:tavLst>
                                        <p:tav tm="0">
                                          <p:val>
                                            <p:strVal val="#ppt_x"/>
                                          </p:val>
                                        </p:tav>
                                        <p:tav tm="100000">
                                          <p:val>
                                            <p:strVal val="#ppt_x"/>
                                          </p:val>
                                        </p:tav>
                                      </p:tavLst>
                                    </p:anim>
                                    <p:anim calcmode="lin" valueType="num">
                                      <p:cBhvr additive="repl">
                                        <p:cTn id="12" dur="500" fill="hold"/>
                                        <p:tgtEl>
                                          <p:spTgt spid="101"/>
                                        </p:tgtEl>
                                        <p:attrNameLst>
                                          <p:attrName>ppt_y</p:attrName>
                                        </p:attrNameLst>
                                      </p:cBhvr>
                                      <p:tavLst>
                                        <p:tav tm="0">
                                          <p:val>
                                            <p:strVal val="1+#ppt_h/2"/>
                                          </p:val>
                                        </p:tav>
                                        <p:tav tm="100000">
                                          <p:val>
                                            <p:strVal val="#ppt_y"/>
                                          </p:val>
                                        </p:tav>
                                      </p:tavLst>
                                    </p:anim>
                                  </p:childTnLst>
                                </p:cTn>
                              </p:par>
                            </p:childTnLst>
                          </p:cTn>
                        </p:par>
                        <p:par>
                          <p:cTn id="13" fill="hold">
                            <p:stCondLst>
                              <p:cond delay="750"/>
                            </p:stCondLst>
                            <p:childTnLst>
                              <p:par>
                                <p:cTn id="14" nodeType="afterEffect" fill="hold" presetClass="entr" presetID="10">
                                  <p:stCondLst>
                                    <p:cond delay="0"/>
                                  </p:stCondLst>
                                  <p:childTnLst>
                                    <p:set>
                                      <p:cBhvr>
                                        <p:cTn id="15" dur="1" fill="hold">
                                          <p:stCondLst>
                                            <p:cond delay="0"/>
                                          </p:stCondLst>
                                        </p:cTn>
                                        <p:tgtEl>
                                          <p:spTgt spid="96"/>
                                        </p:tgtEl>
                                        <p:attrNameLst>
                                          <p:attrName>style.visibility</p:attrName>
                                        </p:attrNameLst>
                                      </p:cBhvr>
                                      <p:to>
                                        <p:strVal val="visible"/>
                                      </p:to>
                                    </p:set>
                                    <p:animEffect filter="fade" transition="in">
                                      <p:cBhvr additive="repl">
                                        <p:cTn id="16" dur="500"/>
                                        <p:tgtEl>
                                          <p:spTgt spid="96"/>
                                        </p:tgtEl>
                                      </p:cBhvr>
                                    </p:animEffect>
                                  </p:childTnLst>
                                </p:cTn>
                              </p:par>
                            </p:childTnLst>
                          </p:cTn>
                        </p:par>
                      </p:childTnLst>
                    </p:cTn>
                  </p:par>
                  <p:par>
                    <p:cTn id="17" fill="hold">
                      <p:stCondLst>
                        <p:cond delay="indefinite"/>
                      </p:stCondLst>
                      <p:childTnLst>
                        <p:par>
                          <p:cTn id="18" fill="hold">
                            <p:stCondLst>
                              <p:cond delay="0"/>
                            </p:stCondLst>
                            <p:childTnLst>
                              <p:par>
                                <p:cTn id="19" nodeType="clickEffect" fill="hold" presetClass="entr" presetID="22" presetSubtype="4">
                                  <p:stCondLst>
                                    <p:cond delay="0"/>
                                  </p:stCondLst>
                                  <p:childTnLst>
                                    <p:set>
                                      <p:cBhvr>
                                        <p:cTn id="20" dur="1" fill="hold">
                                          <p:stCondLst>
                                            <p:cond delay="0"/>
                                          </p:stCondLst>
                                        </p:cTn>
                                        <p:tgtEl>
                                          <p:spTgt spid="97"/>
                                        </p:tgtEl>
                                        <p:attrNameLst>
                                          <p:attrName>style.visibility</p:attrName>
                                        </p:attrNameLst>
                                      </p:cBhvr>
                                      <p:to>
                                        <p:strVal val="visible"/>
                                      </p:to>
                                    </p:set>
                                    <p:animEffect filter="wipe(down)" transition="in">
                                      <p:cBhvr additive="repl">
                                        <p:cTn id="21" dur="500"/>
                                        <p:tgtEl>
                                          <p:spTgt spid="97"/>
                                        </p:tgtEl>
                                      </p:cBhvr>
                                    </p:animEffect>
                                  </p:childTnLst>
                                </p:cTn>
                              </p:par>
                            </p:childTnLst>
                          </p:cTn>
                        </p:par>
                        <p:par>
                          <p:cTn id="22" fill="hold">
                            <p:stCondLst>
                              <p:cond delay="500"/>
                            </p:stCondLst>
                            <p:childTnLst>
                              <p:par>
                                <p:cTn id="23" nodeType="afterEffect" fill="hold" presetClass="entr" presetID="10">
                                  <p:stCondLst>
                                    <p:cond delay="0"/>
                                  </p:stCondLst>
                                  <p:childTnLst>
                                    <p:set>
                                      <p:cBhvr>
                                        <p:cTn id="24" dur="1" fill="hold">
                                          <p:stCondLst>
                                            <p:cond delay="0"/>
                                          </p:stCondLst>
                                        </p:cTn>
                                        <p:tgtEl>
                                          <p:spTgt spid="95"/>
                                        </p:tgtEl>
                                        <p:attrNameLst>
                                          <p:attrName>style.visibility</p:attrName>
                                        </p:attrNameLst>
                                      </p:cBhvr>
                                      <p:to>
                                        <p:strVal val="visible"/>
                                      </p:to>
                                    </p:set>
                                    <p:animEffect filter="fade" transition="in">
                                      <p:cBhvr additive="repl">
                                        <p:cTn id="25" dur="500"/>
                                        <p:tgtEl>
                                          <p:spTgt spid="95"/>
                                        </p:tgtEl>
                                      </p:cBhvr>
                                    </p:animEffect>
                                  </p:childTnLst>
                                </p:cTn>
                              </p:par>
                            </p:childTnLst>
                          </p:cTn>
                        </p:par>
                      </p:childTnLst>
                    </p:cTn>
                  </p:par>
                  <p:par>
                    <p:cTn id="26" fill="hold">
                      <p:stCondLst>
                        <p:cond delay="indefinite"/>
                      </p:stCondLst>
                      <p:childTnLst>
                        <p:par>
                          <p:cTn id="27" fill="hold">
                            <p:stCondLst>
                              <p:cond delay="0"/>
                            </p:stCondLst>
                            <p:childTnLst>
                              <p:par>
                                <p:cTn id="28" nodeType="clickEffect" fill="hold" presetClass="entr" presetID="22" presetSubtype="4">
                                  <p:stCondLst>
                                    <p:cond delay="0"/>
                                  </p:stCondLst>
                                  <p:childTnLst>
                                    <p:set>
                                      <p:cBhvr>
                                        <p:cTn id="29" dur="1" fill="hold">
                                          <p:stCondLst>
                                            <p:cond delay="0"/>
                                          </p:stCondLst>
                                        </p:cTn>
                                        <p:tgtEl>
                                          <p:spTgt spid="98"/>
                                        </p:tgtEl>
                                        <p:attrNameLst>
                                          <p:attrName>style.visibility</p:attrName>
                                        </p:attrNameLst>
                                      </p:cBhvr>
                                      <p:to>
                                        <p:strVal val="visible"/>
                                      </p:to>
                                    </p:set>
                                    <p:animEffect filter="wipe(down)" transition="in">
                                      <p:cBhvr additive="repl">
                                        <p:cTn id="30" dur="750"/>
                                        <p:tgtEl>
                                          <p:spTgt spid="98"/>
                                        </p:tgtEl>
                                      </p:cBhvr>
                                    </p:animEffect>
                                  </p:childTnLst>
                                </p:cTn>
                              </p:par>
                              <p:par>
                                <p:cTn id="31" nodeType="withEffect" fill="hold" presetClass="entr" presetID="2" presetSubtype="4">
                                  <p:stCondLst>
                                    <p:cond delay="250"/>
                                  </p:stCondLst>
                                  <p:childTnLst>
                                    <p:set>
                                      <p:cBhvr>
                                        <p:cTn id="32" dur="1" fill="hold">
                                          <p:stCondLst>
                                            <p:cond delay="0"/>
                                          </p:stCondLst>
                                        </p:cTn>
                                        <p:tgtEl>
                                          <p:spTgt spid="99"/>
                                        </p:tgtEl>
                                        <p:attrNameLst>
                                          <p:attrName>style.visibility</p:attrName>
                                        </p:attrNameLst>
                                      </p:cBhvr>
                                      <p:to>
                                        <p:strVal val="visible"/>
                                      </p:to>
                                    </p:set>
                                    <p:anim calcmode="lin" valueType="num">
                                      <p:cBhvr additive="repl">
                                        <p:cTn id="33" dur="750" fill="hold"/>
                                        <p:tgtEl>
                                          <p:spTgt spid="99"/>
                                        </p:tgtEl>
                                        <p:attrNameLst>
                                          <p:attrName>ppt_x</p:attrName>
                                        </p:attrNameLst>
                                      </p:cBhvr>
                                      <p:tavLst>
                                        <p:tav tm="0">
                                          <p:val>
                                            <p:strVal val="#ppt_x"/>
                                          </p:val>
                                        </p:tav>
                                        <p:tav tm="100000">
                                          <p:val>
                                            <p:strVal val="#ppt_x"/>
                                          </p:val>
                                        </p:tav>
                                      </p:tavLst>
                                    </p:anim>
                                    <p:anim calcmode="lin" valueType="num">
                                      <p:cBhvr additive="repl">
                                        <p:cTn id="34" dur="750" fill="hold"/>
                                        <p:tgtEl>
                                          <p:spTgt spid="99"/>
                                        </p:tgtEl>
                                        <p:attrNameLst>
                                          <p:attrName>ppt_y</p:attrName>
                                        </p:attrNameLst>
                                      </p:cBhvr>
                                      <p:tavLst>
                                        <p:tav tm="0">
                                          <p:val>
                                            <p:strVal val="1+#ppt_h/2"/>
                                          </p:val>
                                        </p:tav>
                                        <p:tav tm="100000">
                                          <p:val>
                                            <p:strVal val="#ppt_y"/>
                                          </p:val>
                                        </p:tav>
                                      </p:tavLst>
                                    </p:anim>
                                  </p:childTnLst>
                                </p:cTn>
                              </p:par>
                              <p:par>
                                <p:cTn id="35" nodeType="withEffect" fill="hold" presetClass="entr" presetID="10">
                                  <p:stCondLst>
                                    <p:cond delay="250"/>
                                  </p:stCondLst>
                                  <p:childTnLst>
                                    <p:set>
                                      <p:cBhvr>
                                        <p:cTn id="36" dur="1" fill="hold">
                                          <p:stCondLst>
                                            <p:cond delay="0"/>
                                          </p:stCondLst>
                                        </p:cTn>
                                        <p:tgtEl>
                                          <p:spTgt spid="102"/>
                                        </p:tgtEl>
                                        <p:attrNameLst>
                                          <p:attrName>style.visibility</p:attrName>
                                        </p:attrNameLst>
                                      </p:cBhvr>
                                      <p:to>
                                        <p:strVal val="visible"/>
                                      </p:to>
                                    </p:set>
                                    <p:animEffect filter="fade" transition="in">
                                      <p:cBhvr additive="repl">
                                        <p:cTn id="37" dur="500"/>
                                        <p:tgtEl>
                                          <p:spTgt spid="102"/>
                                        </p:tgtEl>
                                      </p:cBhvr>
                                    </p:animEffect>
                                  </p:childTnLst>
                                </p:cTn>
                              </p:par>
                            </p:childTnLst>
                          </p:cTn>
                        </p:par>
                        <p:par>
                          <p:cTn id="38" fill="hold">
                            <p:stCondLst>
                              <p:cond delay="1000"/>
                            </p:stCondLst>
                            <p:childTnLst>
                              <p:par>
                                <p:cTn id="39" nodeType="afterEffect" fill="hold" presetClass="entr" presetID="10">
                                  <p:stCondLst>
                                    <p:cond delay="1500"/>
                                  </p:stCondLst>
                                  <p:childTnLst>
                                    <p:set>
                                      <p:cBhvr>
                                        <p:cTn id="40" dur="1" fill="hold">
                                          <p:stCondLst>
                                            <p:cond delay="0"/>
                                          </p:stCondLst>
                                        </p:cTn>
                                        <p:tgtEl>
                                          <p:spTgt spid="100"/>
                                        </p:tgtEl>
                                        <p:attrNameLst>
                                          <p:attrName>style.visibility</p:attrName>
                                        </p:attrNameLst>
                                      </p:cBhvr>
                                      <p:to>
                                        <p:strVal val="visible"/>
                                      </p:to>
                                    </p:set>
                                    <p:animEffect filter="fade" transition="in">
                                      <p:cBhvr additive="repl">
                                        <p:cTn id="41" dur="750"/>
                                        <p:tgtEl>
                                          <p:spTgt spid="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1080" y="1972440"/>
            <a:ext cx="5043600" cy="440640"/>
          </a:xfrm>
          <a:prstGeom prst="rect">
            <a:avLst/>
          </a:prstGeom>
          <a:noFill/>
          <a:ln w="0">
            <a:noFill/>
          </a:ln>
        </p:spPr>
        <p:txBody>
          <a:bodyPr lIns="91440" rIns="91440" tIns="45720" bIns="45720" anchor="t">
            <a:noAutofit/>
          </a:bodyPr>
          <a:p>
            <a:pPr indent="0" defTabSz="914400">
              <a:lnSpc>
                <a:spcPct val="90000"/>
              </a:lnSpc>
              <a:buNone/>
            </a:pPr>
            <a:r>
              <a:rPr b="0" lang="en-US" sz="3200" spc="148" strike="noStrike" cap="all">
                <a:solidFill>
                  <a:schemeClr val="lt1"/>
                </a:solidFill>
                <a:latin typeface="Tenorite"/>
              </a:rPr>
              <a:t>There and back again</a:t>
            </a:r>
            <a:endParaRPr b="0" lang="en-US" sz="3200" spc="-1" strike="noStrike">
              <a:solidFill>
                <a:schemeClr val="dk1"/>
              </a:solidFill>
              <a:latin typeface="Tenorite"/>
            </a:endParaRPr>
          </a:p>
        </p:txBody>
      </p:sp>
      <p:cxnSp>
        <p:nvCxnSpPr>
          <p:cNvPr id="104" name="Straight Connector 20">
            <a:extLst>
              <a:ext uri="{C183D7F6-B498-43B3-948B-1728B52AA6E4}">
                <adec:decorative xmlns:adec="http://schemas.microsoft.com/office/drawing/2017/decorative" val="1"/>
              </a:ext>
            </a:extLst>
          </p:cNvPr>
          <p:cNvCxnSpPr/>
          <p:nvPr/>
        </p:nvCxnSpPr>
        <p:spPr>
          <a:xfrm flipH="1" flipV="1">
            <a:off x="-9000" y="18720"/>
            <a:ext cx="6096240" cy="856080"/>
          </a:xfrm>
          <a:prstGeom prst="straightConnector1">
            <a:avLst/>
          </a:prstGeom>
          <a:ln>
            <a:solidFill>
              <a:srgbClr val="ffffff"/>
            </a:solidFill>
          </a:ln>
        </p:spPr>
      </p:cxnSp>
      <p:sp>
        <p:nvSpPr>
          <p:cNvPr id="105" name="TextBox 2"/>
          <p:cNvSpPr/>
          <p:nvPr/>
        </p:nvSpPr>
        <p:spPr>
          <a:xfrm>
            <a:off x="954720" y="2329200"/>
            <a:ext cx="3094560" cy="63972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chemeClr val="lt1"/>
                </a:solidFill>
                <a:latin typeface="Tenorite"/>
              </a:rPr>
              <a:t>Assembly to BASIC and Back</a:t>
            </a:r>
            <a:endParaRPr b="0" lang="en-US" sz="1800" spc="-1" strike="noStrike">
              <a:solidFill>
                <a:srgbClr val="ffffff"/>
              </a:solidFill>
              <a:latin typeface="Arial"/>
            </a:endParaRPr>
          </a:p>
        </p:txBody>
      </p:sp>
      <p:pic>
        <p:nvPicPr>
          <p:cNvPr id="106" name="Picture 4" descr="A screenshot of a computer program&#10;&#10;AI-generated content may be incorrect."/>
          <p:cNvPicPr/>
          <p:nvPr/>
        </p:nvPicPr>
        <p:blipFill>
          <a:blip r:embed="rId1"/>
          <a:stretch/>
        </p:blipFill>
        <p:spPr>
          <a:xfrm>
            <a:off x="6092280" y="537480"/>
            <a:ext cx="5628600" cy="5783040"/>
          </a:xfrm>
          <a:prstGeom prst="rect">
            <a:avLst/>
          </a:prstGeom>
          <a:ln w="0">
            <a:noFill/>
          </a:ln>
        </p:spPr>
      </p:pic>
      <p:sp>
        <p:nvSpPr>
          <p:cNvPr id="107" name="TextBox 5"/>
          <p:cNvSpPr/>
          <p:nvPr/>
        </p:nvSpPr>
        <p:spPr>
          <a:xfrm>
            <a:off x="366120" y="3107520"/>
            <a:ext cx="5363280" cy="283428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chemeClr val="lt1"/>
                </a:solidFill>
                <a:latin typeface="Tenorite"/>
              </a:rPr>
              <a:t>To the right is the BASIC program provided by the PIC18 simulator IDE as a demo program. This one reads and writes from EEPROM memory 32 times each and displays a live status report of the EEPROM R / W process on the LCD module.</a:t>
            </a:r>
            <a:endParaRPr b="0" lang="en-US" sz="1800" spc="-1" strike="noStrike">
              <a:solidFill>
                <a:srgbClr val="ffffff"/>
              </a:solidFill>
              <a:latin typeface="Arial"/>
            </a:endParaRPr>
          </a:p>
          <a:p>
            <a:pPr defTabSz="914400">
              <a:lnSpc>
                <a:spcPct val="100000"/>
              </a:lnSpc>
            </a:pPr>
            <a:endParaRPr b="0" lang="en-US" sz="1800" spc="-1" strike="noStrike">
              <a:solidFill>
                <a:srgbClr val="ffffff"/>
              </a:solidFill>
              <a:latin typeface="Arial"/>
            </a:endParaRPr>
          </a:p>
          <a:p>
            <a:pPr defTabSz="914400">
              <a:lnSpc>
                <a:spcPct val="100000"/>
              </a:lnSpc>
            </a:pPr>
            <a:r>
              <a:rPr b="0" lang="en-US" sz="1800" spc="-1" strike="noStrike">
                <a:solidFill>
                  <a:schemeClr val="lt1"/>
                </a:solidFill>
                <a:latin typeface="Tenorite"/>
              </a:rPr>
              <a:t>This was my starting off point, for figuring out how exactly you even write to the LCD module to begin with?!</a:t>
            </a:r>
            <a:endParaRPr b="0" lang="en-US" sz="1800" spc="-1" strike="noStrike">
              <a:solidFill>
                <a:srgbClr val="ffffff"/>
              </a:solidFill>
              <a:latin typeface="Arial"/>
            </a:endParaRPr>
          </a:p>
        </p:txBody>
      </p:sp>
      <p:pic>
        <p:nvPicPr>
          <p:cNvPr id="108" name="Picture 6" descr="A blue square with white letters&#10;&#10;AI-generated content may be incorrect."/>
          <p:cNvPicPr/>
          <p:nvPr/>
        </p:nvPicPr>
        <p:blipFill>
          <a:blip r:embed="rId2"/>
          <a:stretch/>
        </p:blipFill>
        <p:spPr>
          <a:xfrm>
            <a:off x="300960" y="537120"/>
            <a:ext cx="1288440" cy="1297800"/>
          </a:xfrm>
          <a:prstGeom prst="rect">
            <a:avLst/>
          </a:prstGeom>
          <a:ln w="0">
            <a:noFill/>
          </a:ln>
        </p:spPr>
      </p:pic>
      <p:pic>
        <p:nvPicPr>
          <p:cNvPr id="109" name="Picture 7" descr="A red arrow pointing to the right&#10;&#10;AI-generated content may be incorrect."/>
          <p:cNvPicPr/>
          <p:nvPr/>
        </p:nvPicPr>
        <p:blipFill>
          <a:blip r:embed="rId3"/>
          <a:stretch/>
        </p:blipFill>
        <p:spPr>
          <a:xfrm>
            <a:off x="1760400" y="540000"/>
            <a:ext cx="1176480" cy="645840"/>
          </a:xfrm>
          <a:prstGeom prst="rect">
            <a:avLst/>
          </a:prstGeom>
          <a:ln w="0">
            <a:noFill/>
          </a:ln>
        </p:spPr>
      </p:pic>
      <p:pic>
        <p:nvPicPr>
          <p:cNvPr id="110" name="Picture 8" descr="A red arrow pointing to the right&#10;&#10;AI-generated content may be incorrect."/>
          <p:cNvPicPr/>
          <p:nvPr/>
        </p:nvPicPr>
        <p:blipFill>
          <a:blip r:embed="rId4"/>
          <a:stretch/>
        </p:blipFill>
        <p:spPr>
          <a:xfrm rot="10800000">
            <a:off x="1702800" y="1128960"/>
            <a:ext cx="1186200" cy="617040"/>
          </a:xfrm>
          <a:prstGeom prst="rect">
            <a:avLst/>
          </a:prstGeom>
          <a:ln w="0">
            <a:noFill/>
          </a:ln>
        </p:spPr>
      </p:pic>
      <p:sp>
        <p:nvSpPr>
          <p:cNvPr id="111" name="TextBox 9"/>
          <p:cNvSpPr/>
          <p:nvPr/>
        </p:nvSpPr>
        <p:spPr>
          <a:xfrm>
            <a:off x="2941920" y="866520"/>
            <a:ext cx="1300320" cy="106668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1" lang="en-US" sz="3200" spc="-1" strike="noStrike">
                <a:solidFill>
                  <a:schemeClr val="lt1"/>
                </a:solidFill>
                <a:latin typeface="Tenorite"/>
              </a:rPr>
              <a:t>BASIC</a:t>
            </a:r>
            <a:endParaRPr b="0" lang="en-US" sz="3200" spc="-1" strike="noStrike">
              <a:solidFill>
                <a:srgbClr val="ffffff"/>
              </a:solidFill>
              <a:latin typeface="Arial"/>
            </a:endParaRPr>
          </a:p>
        </p:txBody>
      </p:sp>
      <p:pic>
        <p:nvPicPr>
          <p:cNvPr id="112" name="Picture 3" descr="A screenshot of a computer code&#10;&#10;AI-generated content may be incorrect."/>
          <p:cNvPicPr/>
          <p:nvPr/>
        </p:nvPicPr>
        <p:blipFill>
          <a:blip r:embed="rId5"/>
          <a:stretch/>
        </p:blipFill>
        <p:spPr>
          <a:xfrm>
            <a:off x="6360120" y="627480"/>
            <a:ext cx="2542680" cy="3123720"/>
          </a:xfrm>
          <a:prstGeom prst="rect">
            <a:avLst/>
          </a:prstGeom>
          <a:ln w="0">
            <a:noFill/>
          </a:ln>
        </p:spPr>
      </p:pic>
      <p:pic>
        <p:nvPicPr>
          <p:cNvPr id="113" name="Picture 10" descr="A screenshot of a computer&#10;&#10;AI-generated content may be incorrect."/>
          <p:cNvPicPr/>
          <p:nvPr/>
        </p:nvPicPr>
        <p:blipFill>
          <a:blip r:embed="rId6"/>
          <a:stretch/>
        </p:blipFill>
        <p:spPr>
          <a:xfrm rot="180000">
            <a:off x="8613360" y="764280"/>
            <a:ext cx="2824560" cy="2855520"/>
          </a:xfrm>
          <a:prstGeom prst="rect">
            <a:avLst/>
          </a:prstGeom>
          <a:ln w="0">
            <a:noFill/>
          </a:ln>
        </p:spPr>
      </p:pic>
      <p:pic>
        <p:nvPicPr>
          <p:cNvPr id="114" name="Picture 11" descr="A screenshot of a computer code&#10;&#10;AI-generated content may be incorrect."/>
          <p:cNvPicPr/>
          <p:nvPr/>
        </p:nvPicPr>
        <p:blipFill>
          <a:blip r:embed="rId7"/>
          <a:stretch/>
        </p:blipFill>
        <p:spPr>
          <a:xfrm rot="21420000">
            <a:off x="6397560" y="3751920"/>
            <a:ext cx="2428560" cy="2797920"/>
          </a:xfrm>
          <a:prstGeom prst="rect">
            <a:avLst/>
          </a:prstGeom>
          <a:ln w="0">
            <a:noFill/>
          </a:ln>
        </p:spPr>
      </p:pic>
      <p:pic>
        <p:nvPicPr>
          <p:cNvPr id="115" name="Picture 12" descr="A screenshot of a computer&#10;&#10;AI-generated content may be incorrect."/>
          <p:cNvPicPr/>
          <p:nvPr/>
        </p:nvPicPr>
        <p:blipFill>
          <a:blip r:embed="rId8"/>
          <a:stretch/>
        </p:blipFill>
        <p:spPr>
          <a:xfrm>
            <a:off x="8797320" y="3615120"/>
            <a:ext cx="2454840" cy="2913120"/>
          </a:xfrm>
          <a:prstGeom prst="rect">
            <a:avLst/>
          </a:prstGeom>
          <a:ln w="0">
            <a:noFill/>
          </a:ln>
        </p:spPr>
      </p:pic>
      <p:sp>
        <p:nvSpPr>
          <p:cNvPr id="116" name="TextBox 13"/>
          <p:cNvSpPr/>
          <p:nvPr/>
        </p:nvSpPr>
        <p:spPr>
          <a:xfrm>
            <a:off x="366120" y="3107520"/>
            <a:ext cx="5086080" cy="365724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chemeClr val="lt1"/>
                </a:solidFill>
                <a:latin typeface="Tenorite"/>
              </a:rPr>
              <a:t>After following the program flow and picking apart the disassembled code from the BASIC program, I found where the LCD rectangle "blink" effect occurred in the assembly code. This was my first breakthrough, as I could now pinpoint where and how a display of some kind was being written to the LCD module. </a:t>
            </a:r>
            <a:endParaRPr b="0" lang="en-US" sz="1800" spc="-1" strike="noStrike">
              <a:solidFill>
                <a:srgbClr val="ffffff"/>
              </a:solidFill>
              <a:latin typeface="Arial"/>
            </a:endParaRPr>
          </a:p>
          <a:p>
            <a:pPr defTabSz="914400">
              <a:lnSpc>
                <a:spcPct val="100000"/>
              </a:lnSpc>
            </a:pPr>
            <a:endParaRPr b="0" lang="en-US" sz="1800" spc="-1" strike="noStrike">
              <a:solidFill>
                <a:srgbClr val="ffffff"/>
              </a:solidFill>
              <a:latin typeface="Arial"/>
            </a:endParaRPr>
          </a:p>
          <a:p>
            <a:pPr defTabSz="914400">
              <a:lnSpc>
                <a:spcPct val="100000"/>
              </a:lnSpc>
            </a:pPr>
            <a:r>
              <a:rPr b="0" lang="en-US" sz="1800" spc="-1" strike="noStrike">
                <a:solidFill>
                  <a:schemeClr val="lt1"/>
                </a:solidFill>
                <a:latin typeface="Tenorite"/>
              </a:rPr>
              <a:t>Next, it became about finding where the message write happens, and the disassembler gave some pretty good clues to that as well.</a:t>
            </a:r>
            <a:endParaRPr b="0" lang="en-US" sz="1800" spc="-1" strike="noStrike">
              <a:solidFill>
                <a:srgbClr val="ffffff"/>
              </a:solidFill>
              <a:latin typeface="Arial"/>
            </a:endParaRPr>
          </a:p>
        </p:txBody>
      </p:sp>
      <p:pic>
        <p:nvPicPr>
          <p:cNvPr id="117" name="Picture 14" descr="A screenshot of a computer program&#10;&#10;AI-generated content may be incorrect."/>
          <p:cNvPicPr/>
          <p:nvPr/>
        </p:nvPicPr>
        <p:blipFill>
          <a:blip r:embed="rId9"/>
          <a:stretch/>
        </p:blipFill>
        <p:spPr>
          <a:xfrm>
            <a:off x="6095160" y="1831320"/>
            <a:ext cx="5622480" cy="3907800"/>
          </a:xfrm>
          <a:prstGeom prst="rect">
            <a:avLst/>
          </a:prstGeom>
          <a:ln w="0">
            <a:noFill/>
          </a:ln>
        </p:spPr>
      </p:pic>
      <p:sp>
        <p:nvSpPr>
          <p:cNvPr id="118" name="TextBox 15"/>
          <p:cNvSpPr/>
          <p:nvPr/>
        </p:nvSpPr>
        <p:spPr>
          <a:xfrm>
            <a:off x="366120" y="3879360"/>
            <a:ext cx="5432760" cy="146268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chemeClr val="lt1"/>
                </a:solidFill>
                <a:latin typeface="Tenorite"/>
              </a:rPr>
              <a:t>So, the built-in dissassembler is not the most intuitive, but neither is assembly as a language itself (for humans). Using what we've learned, how can we optimize and utilize the code for our purposes?</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42" dur="indefinite" restart="never" nodeType="tmRoot">
          <p:childTnLst>
            <p:seq>
              <p:cTn id="43" dur="indefinite" nodeType="mainSeq">
                <p:childTnLst>
                  <p:par>
                    <p:cTn id="44" fill="hold">
                      <p:stCondLst>
                        <p:cond delay="indefinite"/>
                      </p:stCondLst>
                      <p:childTnLst>
                        <p:par>
                          <p:cTn id="45" fill="hold">
                            <p:stCondLst>
                              <p:cond delay="0"/>
                            </p:stCondLst>
                            <p:childTnLst>
                              <p:par>
                                <p:cTn id="46" nodeType="clickEffect" fill="hold" presetClass="entr" presetID="2" presetSubtype="4">
                                  <p:stCondLst>
                                    <p:cond delay="0"/>
                                  </p:stCondLst>
                                  <p:childTnLst>
                                    <p:set>
                                      <p:cBhvr>
                                        <p:cTn id="47" dur="1" fill="hold">
                                          <p:stCondLst>
                                            <p:cond delay="0"/>
                                          </p:stCondLst>
                                        </p:cTn>
                                        <p:tgtEl>
                                          <p:spTgt spid="103"/>
                                        </p:tgtEl>
                                        <p:attrNameLst>
                                          <p:attrName>style.visibility</p:attrName>
                                        </p:attrNameLst>
                                      </p:cBhvr>
                                      <p:to>
                                        <p:strVal val="visible"/>
                                      </p:to>
                                    </p:set>
                                    <p:anim calcmode="lin" valueType="num">
                                      <p:cBhvr additive="repl">
                                        <p:cTn id="48" dur="750" fill="hold"/>
                                        <p:tgtEl>
                                          <p:spTgt spid="103"/>
                                        </p:tgtEl>
                                        <p:attrNameLst>
                                          <p:attrName>ppt_x</p:attrName>
                                        </p:attrNameLst>
                                      </p:cBhvr>
                                      <p:tavLst>
                                        <p:tav tm="0">
                                          <p:val>
                                            <p:strVal val="#ppt_x"/>
                                          </p:val>
                                        </p:tav>
                                        <p:tav tm="100000">
                                          <p:val>
                                            <p:strVal val="#ppt_x"/>
                                          </p:val>
                                        </p:tav>
                                      </p:tavLst>
                                    </p:anim>
                                    <p:anim calcmode="lin" valueType="num">
                                      <p:cBhvr additive="repl">
                                        <p:cTn id="49" dur="750" fill="hold"/>
                                        <p:tgtEl>
                                          <p:spTgt spid="103"/>
                                        </p:tgtEl>
                                        <p:attrNameLst>
                                          <p:attrName>ppt_y</p:attrName>
                                        </p:attrNameLst>
                                      </p:cBhvr>
                                      <p:tavLst>
                                        <p:tav tm="0">
                                          <p:val>
                                            <p:strVal val="1+#ppt_h/2"/>
                                          </p:val>
                                        </p:tav>
                                        <p:tav tm="100000">
                                          <p:val>
                                            <p:strVal val="#ppt_y"/>
                                          </p:val>
                                        </p:tav>
                                      </p:tavLst>
                                    </p:anim>
                                  </p:childTnLst>
                                </p:cTn>
                              </p:par>
                              <p:par>
                                <p:cTn id="50" nodeType="withEffect" fill="hold" presetClass="entr" presetID="2" presetSubtype="4">
                                  <p:stCondLst>
                                    <p:cond delay="0"/>
                                  </p:stCondLst>
                                  <p:childTnLst>
                                    <p:set>
                                      <p:cBhvr>
                                        <p:cTn id="51" dur="1" fill="hold">
                                          <p:stCondLst>
                                            <p:cond delay="0"/>
                                          </p:stCondLst>
                                        </p:cTn>
                                        <p:tgtEl>
                                          <p:spTgt spid="105"/>
                                        </p:tgtEl>
                                        <p:attrNameLst>
                                          <p:attrName>style.visibility</p:attrName>
                                        </p:attrNameLst>
                                      </p:cBhvr>
                                      <p:to>
                                        <p:strVal val="visible"/>
                                      </p:to>
                                    </p:set>
                                    <p:anim calcmode="lin" valueType="num">
                                      <p:cBhvr additive="repl">
                                        <p:cTn id="52" dur="1000" fill="hold"/>
                                        <p:tgtEl>
                                          <p:spTgt spid="105"/>
                                        </p:tgtEl>
                                        <p:attrNameLst>
                                          <p:attrName>ppt_x</p:attrName>
                                        </p:attrNameLst>
                                      </p:cBhvr>
                                      <p:tavLst>
                                        <p:tav tm="0">
                                          <p:val>
                                            <p:strVal val="#ppt_x"/>
                                          </p:val>
                                        </p:tav>
                                        <p:tav tm="100000">
                                          <p:val>
                                            <p:strVal val="#ppt_x"/>
                                          </p:val>
                                        </p:tav>
                                      </p:tavLst>
                                    </p:anim>
                                    <p:anim calcmode="lin" valueType="num">
                                      <p:cBhvr additive="repl">
                                        <p:cTn id="53" dur="1000" fill="hold"/>
                                        <p:tgtEl>
                                          <p:spTgt spid="105"/>
                                        </p:tgtEl>
                                        <p:attrNameLst>
                                          <p:attrName>ppt_y</p:attrName>
                                        </p:attrNameLst>
                                      </p:cBhvr>
                                      <p:tavLst>
                                        <p:tav tm="0">
                                          <p:val>
                                            <p:strVal val="1+#ppt_h/2"/>
                                          </p:val>
                                        </p:tav>
                                        <p:tav tm="100000">
                                          <p:val>
                                            <p:strVal val="#ppt_y"/>
                                          </p:val>
                                        </p:tav>
                                      </p:tavLst>
                                    </p:anim>
                                  </p:childTnLst>
                                </p:cTn>
                              </p:par>
                              <p:par>
                                <p:cTn id="54" nodeType="withEffect" fill="hold" presetClass="entr" presetID="10">
                                  <p:stCondLst>
                                    <p:cond delay="0"/>
                                  </p:stCondLst>
                                  <p:childTnLst>
                                    <p:set>
                                      <p:cBhvr>
                                        <p:cTn id="55" dur="1" fill="hold">
                                          <p:stCondLst>
                                            <p:cond delay="0"/>
                                          </p:stCondLst>
                                        </p:cTn>
                                        <p:tgtEl>
                                          <p:spTgt spid="108"/>
                                        </p:tgtEl>
                                        <p:attrNameLst>
                                          <p:attrName>style.visibility</p:attrName>
                                        </p:attrNameLst>
                                      </p:cBhvr>
                                      <p:to>
                                        <p:strVal val="visible"/>
                                      </p:to>
                                    </p:set>
                                    <p:animEffect filter="fade" transition="in">
                                      <p:cBhvr additive="repl">
                                        <p:cTn id="56" dur="750"/>
                                        <p:tgtEl>
                                          <p:spTgt spid="108"/>
                                        </p:tgtEl>
                                      </p:cBhvr>
                                    </p:animEffect>
                                  </p:childTnLst>
                                </p:cTn>
                              </p:par>
                              <p:par>
                                <p:cTn id="57" nodeType="withEffect" fill="hold" presetClass="entr" presetID="10">
                                  <p:stCondLst>
                                    <p:cond delay="0"/>
                                  </p:stCondLst>
                                  <p:childTnLst>
                                    <p:set>
                                      <p:cBhvr>
                                        <p:cTn id="58" dur="1" fill="hold">
                                          <p:stCondLst>
                                            <p:cond delay="0"/>
                                          </p:stCondLst>
                                        </p:cTn>
                                        <p:tgtEl>
                                          <p:spTgt spid="109"/>
                                        </p:tgtEl>
                                        <p:attrNameLst>
                                          <p:attrName>style.visibility</p:attrName>
                                        </p:attrNameLst>
                                      </p:cBhvr>
                                      <p:to>
                                        <p:strVal val="visible"/>
                                      </p:to>
                                    </p:set>
                                    <p:animEffect filter="fade" transition="in">
                                      <p:cBhvr additive="repl">
                                        <p:cTn id="59" dur="750"/>
                                        <p:tgtEl>
                                          <p:spTgt spid="109"/>
                                        </p:tgtEl>
                                      </p:cBhvr>
                                    </p:animEffect>
                                  </p:childTnLst>
                                </p:cTn>
                              </p:par>
                              <p:par>
                                <p:cTn id="60" nodeType="withEffect" fill="hold" presetClass="entr" presetID="10">
                                  <p:stCondLst>
                                    <p:cond delay="0"/>
                                  </p:stCondLst>
                                  <p:childTnLst>
                                    <p:set>
                                      <p:cBhvr>
                                        <p:cTn id="61" dur="1" fill="hold">
                                          <p:stCondLst>
                                            <p:cond delay="0"/>
                                          </p:stCondLst>
                                        </p:cTn>
                                        <p:tgtEl>
                                          <p:spTgt spid="110"/>
                                        </p:tgtEl>
                                        <p:attrNameLst>
                                          <p:attrName>style.visibility</p:attrName>
                                        </p:attrNameLst>
                                      </p:cBhvr>
                                      <p:to>
                                        <p:strVal val="visible"/>
                                      </p:to>
                                    </p:set>
                                    <p:animEffect filter="fade" transition="in">
                                      <p:cBhvr additive="repl">
                                        <p:cTn id="62" dur="1000"/>
                                        <p:tgtEl>
                                          <p:spTgt spid="110"/>
                                        </p:tgtEl>
                                      </p:cBhvr>
                                    </p:animEffect>
                                  </p:childTnLst>
                                </p:cTn>
                              </p:par>
                              <p:par>
                                <p:cTn id="63" nodeType="withEffect" fill="hold" presetClass="entr" presetID="10">
                                  <p:stCondLst>
                                    <p:cond delay="0"/>
                                  </p:stCondLst>
                                  <p:childTnLst>
                                    <p:set>
                                      <p:cBhvr>
                                        <p:cTn id="64" dur="1" fill="hold">
                                          <p:stCondLst>
                                            <p:cond delay="0"/>
                                          </p:stCondLst>
                                        </p:cTn>
                                        <p:tgtEl>
                                          <p:spTgt spid="111"/>
                                        </p:tgtEl>
                                        <p:attrNameLst>
                                          <p:attrName>style.visibility</p:attrName>
                                        </p:attrNameLst>
                                      </p:cBhvr>
                                      <p:to>
                                        <p:strVal val="visible"/>
                                      </p:to>
                                    </p:set>
                                    <p:animEffect filter="fade" transition="in">
                                      <p:cBhvr additive="repl">
                                        <p:cTn id="65" dur="1000"/>
                                        <p:tgtEl>
                                          <p:spTgt spid="111"/>
                                        </p:tgtEl>
                                      </p:cBhvr>
                                    </p:animEffect>
                                  </p:childTnLst>
                                </p:cTn>
                              </p:par>
                            </p:childTnLst>
                          </p:cTn>
                        </p:par>
                      </p:childTnLst>
                    </p:cTn>
                  </p:par>
                  <p:par>
                    <p:cTn id="66" fill="hold">
                      <p:stCondLst>
                        <p:cond delay="indefinite"/>
                      </p:stCondLst>
                      <p:childTnLst>
                        <p:par>
                          <p:cTn id="67" fill="hold">
                            <p:stCondLst>
                              <p:cond delay="0"/>
                            </p:stCondLst>
                            <p:childTnLst>
                              <p:par>
                                <p:cTn id="68" nodeType="clickEffect" fill="hold" presetClass="entr" presetID="2" presetSubtype="4">
                                  <p:stCondLst>
                                    <p:cond delay="0"/>
                                  </p:stCondLst>
                                  <p:childTnLst>
                                    <p:set>
                                      <p:cBhvr>
                                        <p:cTn id="69" dur="1" fill="hold">
                                          <p:stCondLst>
                                            <p:cond delay="0"/>
                                          </p:stCondLst>
                                        </p:cTn>
                                        <p:tgtEl>
                                          <p:spTgt spid="107"/>
                                        </p:tgtEl>
                                        <p:attrNameLst>
                                          <p:attrName>style.visibility</p:attrName>
                                        </p:attrNameLst>
                                      </p:cBhvr>
                                      <p:to>
                                        <p:strVal val="visible"/>
                                      </p:to>
                                    </p:set>
                                    <p:anim calcmode="lin" valueType="num">
                                      <p:cBhvr additive="repl">
                                        <p:cTn id="70" dur="1000" fill="hold"/>
                                        <p:tgtEl>
                                          <p:spTgt spid="107"/>
                                        </p:tgtEl>
                                        <p:attrNameLst>
                                          <p:attrName>ppt_x</p:attrName>
                                        </p:attrNameLst>
                                      </p:cBhvr>
                                      <p:tavLst>
                                        <p:tav tm="0">
                                          <p:val>
                                            <p:strVal val="#ppt_x"/>
                                          </p:val>
                                        </p:tav>
                                        <p:tav tm="100000">
                                          <p:val>
                                            <p:strVal val="#ppt_x"/>
                                          </p:val>
                                        </p:tav>
                                      </p:tavLst>
                                    </p:anim>
                                    <p:anim calcmode="lin" valueType="num">
                                      <p:cBhvr additive="repl">
                                        <p:cTn id="71" dur="1000" fill="hold"/>
                                        <p:tgtEl>
                                          <p:spTgt spid="107"/>
                                        </p:tgtEl>
                                        <p:attrNameLst>
                                          <p:attrName>ppt_y</p:attrName>
                                        </p:attrNameLst>
                                      </p:cBhvr>
                                      <p:tavLst>
                                        <p:tav tm="0">
                                          <p:val>
                                            <p:strVal val="1+#ppt_h/2"/>
                                          </p:val>
                                        </p:tav>
                                        <p:tav tm="100000">
                                          <p:val>
                                            <p:strVal val="#ppt_y"/>
                                          </p:val>
                                        </p:tav>
                                      </p:tavLst>
                                    </p:anim>
                                  </p:childTnLst>
                                </p:cTn>
                              </p:par>
                            </p:childTnLst>
                          </p:cTn>
                        </p:par>
                        <p:par>
                          <p:cTn id="72" fill="hold">
                            <p:stCondLst>
                              <p:cond delay="1000"/>
                            </p:stCondLst>
                            <p:childTnLst>
                              <p:par>
                                <p:cTn id="73" nodeType="afterEffect" fill="hold" presetClass="entr" presetID="22" presetSubtype="4">
                                  <p:stCondLst>
                                    <p:cond delay="0"/>
                                  </p:stCondLst>
                                  <p:childTnLst>
                                    <p:set>
                                      <p:cBhvr>
                                        <p:cTn id="74" dur="1" fill="hold">
                                          <p:stCondLst>
                                            <p:cond delay="0"/>
                                          </p:stCondLst>
                                        </p:cTn>
                                        <p:tgtEl>
                                          <p:spTgt spid="106"/>
                                        </p:tgtEl>
                                        <p:attrNameLst>
                                          <p:attrName>style.visibility</p:attrName>
                                        </p:attrNameLst>
                                      </p:cBhvr>
                                      <p:to>
                                        <p:strVal val="visible"/>
                                      </p:to>
                                    </p:set>
                                    <p:animEffect filter="wipe(down)" transition="in">
                                      <p:cBhvr additive="repl">
                                        <p:cTn id="75" dur="500"/>
                                        <p:tgtEl>
                                          <p:spTgt spid="106"/>
                                        </p:tgtEl>
                                      </p:cBhvr>
                                    </p:animEffect>
                                  </p:childTnLst>
                                </p:cTn>
                              </p:par>
                            </p:childTnLst>
                          </p:cTn>
                        </p:par>
                      </p:childTnLst>
                    </p:cTn>
                  </p:par>
                  <p:par>
                    <p:cTn id="76" fill="hold">
                      <p:stCondLst>
                        <p:cond delay="indefinite"/>
                      </p:stCondLst>
                      <p:childTnLst>
                        <p:par>
                          <p:cTn id="77" fill="hold">
                            <p:stCondLst>
                              <p:cond delay="0"/>
                            </p:stCondLst>
                            <p:childTnLst>
                              <p:par>
                                <p:cTn id="78" nodeType="clickEffect" fill="hold" presetClass="exit" presetID="10">
                                  <p:stCondLst>
                                    <p:cond delay="0"/>
                                  </p:stCondLst>
                                  <p:childTnLst>
                                    <p:animEffect filter="fade" transition="out">
                                      <p:cBhvr additive="repl">
                                        <p:cTn id="79" dur="500"/>
                                        <p:tgtEl>
                                          <p:spTgt spid="106"/>
                                        </p:tgtEl>
                                      </p:cBhvr>
                                    </p:animEffect>
                                    <p:set>
                                      <p:cBhvr>
                                        <p:cTn id="80" dur="1" fill="hold">
                                          <p:stCondLst>
                                            <p:cond delay="499"/>
                                          </p:stCondLst>
                                        </p:cTn>
                                        <p:tgtEl>
                                          <p:spTgt spid="106"/>
                                        </p:tgtEl>
                                        <p:attrNameLst>
                                          <p:attrName>style.visibility</p:attrName>
                                        </p:attrNameLst>
                                      </p:cBhvr>
                                      <p:to>
                                        <p:strVal val="hidden"/>
                                      </p:to>
                                    </p:set>
                                  </p:childTnLst>
                                </p:cTn>
                              </p:par>
                              <p:par>
                                <p:cTn id="81" nodeType="withEffect" fill="hold" presetClass="exit" presetID="2" presetSubtype="4">
                                  <p:stCondLst>
                                    <p:cond delay="0"/>
                                  </p:stCondLst>
                                  <p:childTnLst>
                                    <p:anim calcmode="lin" valueType="num">
                                      <p:cBhvr additive="repl">
                                        <p:cTn id="82" dur="750"/>
                                        <p:tgtEl>
                                          <p:spTgt spid="107"/>
                                        </p:tgtEl>
                                        <p:attrNameLst>
                                          <p:attrName>ppt_x</p:attrName>
                                        </p:attrNameLst>
                                      </p:cBhvr>
                                      <p:tavLst>
                                        <p:tav tm="0">
                                          <p:val>
                                            <p:strVal val="#ppt_x"/>
                                          </p:val>
                                        </p:tav>
                                        <p:tav tm="100000">
                                          <p:val>
                                            <p:strVal val="#ppt_x"/>
                                          </p:val>
                                        </p:tav>
                                      </p:tavLst>
                                    </p:anim>
                                    <p:anim calcmode="lin" valueType="num">
                                      <p:cBhvr additive="repl">
                                        <p:cTn id="83" dur="750"/>
                                        <p:tgtEl>
                                          <p:spTgt spid="107"/>
                                        </p:tgtEl>
                                        <p:attrNameLst>
                                          <p:attrName>ppt_y</p:attrName>
                                        </p:attrNameLst>
                                      </p:cBhvr>
                                      <p:tavLst>
                                        <p:tav tm="0">
                                          <p:val>
                                            <p:strVal val="#ppt_y"/>
                                          </p:val>
                                        </p:tav>
                                        <p:tav tm="100000">
                                          <p:val>
                                            <p:strVal val="1+#ppt_h/2"/>
                                          </p:val>
                                        </p:tav>
                                      </p:tavLst>
                                    </p:anim>
                                    <p:set>
                                      <p:cBhvr>
                                        <p:cTn id="84" dur="1" fill="hold">
                                          <p:stCondLst>
                                            <p:cond delay="749"/>
                                          </p:stCondLst>
                                        </p:cTn>
                                        <p:tgtEl>
                                          <p:spTgt spid="107"/>
                                        </p:tgtEl>
                                        <p:attrNameLst>
                                          <p:attrName>style.visibility</p:attrName>
                                        </p:attrNameLst>
                                      </p:cBhvr>
                                      <p:to>
                                        <p:strVal val="hidden"/>
                                      </p:to>
                                    </p:set>
                                  </p:childTnLst>
                                </p:cTn>
                              </p:par>
                            </p:childTnLst>
                          </p:cTn>
                        </p:par>
                        <p:par>
                          <p:cTn id="85" fill="hold">
                            <p:stCondLst>
                              <p:cond delay="750"/>
                            </p:stCondLst>
                            <p:childTnLst>
                              <p:par>
                                <p:cTn id="86" nodeType="afterEffect" fill="hold" presetClass="entr" presetID="10">
                                  <p:stCondLst>
                                    <p:cond delay="0"/>
                                  </p:stCondLst>
                                  <p:childTnLst>
                                    <p:set>
                                      <p:cBhvr>
                                        <p:cTn id="87" dur="1" fill="hold">
                                          <p:stCondLst>
                                            <p:cond delay="0"/>
                                          </p:stCondLst>
                                        </p:cTn>
                                        <p:tgtEl>
                                          <p:spTgt spid="112"/>
                                        </p:tgtEl>
                                        <p:attrNameLst>
                                          <p:attrName>style.visibility</p:attrName>
                                        </p:attrNameLst>
                                      </p:cBhvr>
                                      <p:to>
                                        <p:strVal val="visible"/>
                                      </p:to>
                                    </p:set>
                                    <p:animEffect filter="fade" transition="in">
                                      <p:cBhvr additive="repl">
                                        <p:cTn id="88" dur="500"/>
                                        <p:tgtEl>
                                          <p:spTgt spid="112"/>
                                        </p:tgtEl>
                                      </p:cBhvr>
                                    </p:animEffect>
                                  </p:childTnLst>
                                </p:cTn>
                              </p:par>
                            </p:childTnLst>
                          </p:cTn>
                        </p:par>
                        <p:par>
                          <p:cTn id="89" fill="hold">
                            <p:stCondLst>
                              <p:cond delay="1250"/>
                            </p:stCondLst>
                            <p:childTnLst>
                              <p:par>
                                <p:cTn id="90" nodeType="afterEffect" fill="hold" presetClass="entr" presetID="10">
                                  <p:stCondLst>
                                    <p:cond delay="0"/>
                                  </p:stCondLst>
                                  <p:childTnLst>
                                    <p:set>
                                      <p:cBhvr>
                                        <p:cTn id="91" dur="1" fill="hold">
                                          <p:stCondLst>
                                            <p:cond delay="0"/>
                                          </p:stCondLst>
                                        </p:cTn>
                                        <p:tgtEl>
                                          <p:spTgt spid="113"/>
                                        </p:tgtEl>
                                        <p:attrNameLst>
                                          <p:attrName>style.visibility</p:attrName>
                                        </p:attrNameLst>
                                      </p:cBhvr>
                                      <p:to>
                                        <p:strVal val="visible"/>
                                      </p:to>
                                    </p:set>
                                    <p:animEffect filter="fade" transition="in">
                                      <p:cBhvr additive="repl">
                                        <p:cTn id="92" dur="750"/>
                                        <p:tgtEl>
                                          <p:spTgt spid="113"/>
                                        </p:tgtEl>
                                      </p:cBhvr>
                                    </p:animEffect>
                                  </p:childTnLst>
                                </p:cTn>
                              </p:par>
                            </p:childTnLst>
                          </p:cTn>
                        </p:par>
                        <p:par>
                          <p:cTn id="93" fill="hold">
                            <p:stCondLst>
                              <p:cond delay="2000"/>
                            </p:stCondLst>
                            <p:childTnLst>
                              <p:par>
                                <p:cTn id="94" nodeType="afterEffect" fill="hold" presetClass="entr" presetID="10">
                                  <p:stCondLst>
                                    <p:cond delay="0"/>
                                  </p:stCondLst>
                                  <p:childTnLst>
                                    <p:set>
                                      <p:cBhvr>
                                        <p:cTn id="95" dur="1" fill="hold">
                                          <p:stCondLst>
                                            <p:cond delay="0"/>
                                          </p:stCondLst>
                                        </p:cTn>
                                        <p:tgtEl>
                                          <p:spTgt spid="114"/>
                                        </p:tgtEl>
                                        <p:attrNameLst>
                                          <p:attrName>style.visibility</p:attrName>
                                        </p:attrNameLst>
                                      </p:cBhvr>
                                      <p:to>
                                        <p:strVal val="visible"/>
                                      </p:to>
                                    </p:set>
                                    <p:animEffect filter="fade" transition="in">
                                      <p:cBhvr additive="repl">
                                        <p:cTn id="96" dur="750"/>
                                        <p:tgtEl>
                                          <p:spTgt spid="114"/>
                                        </p:tgtEl>
                                      </p:cBhvr>
                                    </p:animEffect>
                                  </p:childTnLst>
                                </p:cTn>
                              </p:par>
                            </p:childTnLst>
                          </p:cTn>
                        </p:par>
                        <p:par>
                          <p:cTn id="97" fill="hold">
                            <p:stCondLst>
                              <p:cond delay="2750"/>
                            </p:stCondLst>
                            <p:childTnLst>
                              <p:par>
                                <p:cTn id="98" nodeType="afterEffect" fill="hold" presetClass="entr" presetID="10">
                                  <p:stCondLst>
                                    <p:cond delay="0"/>
                                  </p:stCondLst>
                                  <p:childTnLst>
                                    <p:set>
                                      <p:cBhvr>
                                        <p:cTn id="99" dur="1" fill="hold">
                                          <p:stCondLst>
                                            <p:cond delay="0"/>
                                          </p:stCondLst>
                                        </p:cTn>
                                        <p:tgtEl>
                                          <p:spTgt spid="115"/>
                                        </p:tgtEl>
                                        <p:attrNameLst>
                                          <p:attrName>style.visibility</p:attrName>
                                        </p:attrNameLst>
                                      </p:cBhvr>
                                      <p:to>
                                        <p:strVal val="visible"/>
                                      </p:to>
                                    </p:set>
                                    <p:animEffect filter="fade" transition="in">
                                      <p:cBhvr additive="repl">
                                        <p:cTn id="100" dur="1000"/>
                                        <p:tgtEl>
                                          <p:spTgt spid="115"/>
                                        </p:tgtEl>
                                      </p:cBhvr>
                                    </p:animEffect>
                                  </p:childTnLst>
                                </p:cTn>
                              </p:par>
                            </p:childTnLst>
                          </p:cTn>
                        </p:par>
                        <p:par>
                          <p:cTn id="101" fill="hold">
                            <p:stCondLst>
                              <p:cond delay="3750"/>
                            </p:stCondLst>
                            <p:childTnLst>
                              <p:par>
                                <p:cTn id="102" nodeType="afterEffect" fill="hold" presetClass="entr" presetID="2" presetSubtype="4">
                                  <p:stCondLst>
                                    <p:cond delay="0"/>
                                  </p:stCondLst>
                                  <p:childTnLst>
                                    <p:set>
                                      <p:cBhvr>
                                        <p:cTn id="103" dur="1" fill="hold">
                                          <p:stCondLst>
                                            <p:cond delay="0"/>
                                          </p:stCondLst>
                                        </p:cTn>
                                        <p:tgtEl>
                                          <p:spTgt spid="116"/>
                                        </p:tgtEl>
                                        <p:attrNameLst>
                                          <p:attrName>style.visibility</p:attrName>
                                        </p:attrNameLst>
                                      </p:cBhvr>
                                      <p:to>
                                        <p:strVal val="visible"/>
                                      </p:to>
                                    </p:set>
                                    <p:anim calcmode="lin" valueType="num">
                                      <p:cBhvr additive="repl">
                                        <p:cTn id="104" dur="750" fill="hold"/>
                                        <p:tgtEl>
                                          <p:spTgt spid="116"/>
                                        </p:tgtEl>
                                        <p:attrNameLst>
                                          <p:attrName>ppt_x</p:attrName>
                                        </p:attrNameLst>
                                      </p:cBhvr>
                                      <p:tavLst>
                                        <p:tav tm="0">
                                          <p:val>
                                            <p:strVal val="#ppt_x"/>
                                          </p:val>
                                        </p:tav>
                                        <p:tav tm="100000">
                                          <p:val>
                                            <p:strVal val="#ppt_x"/>
                                          </p:val>
                                        </p:tav>
                                      </p:tavLst>
                                    </p:anim>
                                    <p:anim calcmode="lin" valueType="num">
                                      <p:cBhvr additive="repl">
                                        <p:cTn id="105" dur="750" fill="hold"/>
                                        <p:tgtEl>
                                          <p:spTgt spid="116"/>
                                        </p:tgtEl>
                                        <p:attrNameLst>
                                          <p:attrName>ppt_y</p:attrName>
                                        </p:attrNameLst>
                                      </p:cBhvr>
                                      <p:tavLst>
                                        <p:tav tm="0">
                                          <p:val>
                                            <p:strVal val="1+#ppt_h/2"/>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nodeType="clickEffect" fill="hold" presetClass="exit" presetID="22" presetSubtype="4">
                                  <p:stCondLst>
                                    <p:cond delay="0"/>
                                  </p:stCondLst>
                                  <p:childTnLst>
                                    <p:animEffect filter="wipe(down)" transition="out">
                                      <p:cBhvr additive="repl">
                                        <p:cTn id="109" dur="500"/>
                                        <p:tgtEl>
                                          <p:spTgt spid="112"/>
                                        </p:tgtEl>
                                      </p:cBhvr>
                                    </p:animEffect>
                                    <p:set>
                                      <p:cBhvr>
                                        <p:cTn id="110" dur="1" fill="hold">
                                          <p:stCondLst>
                                            <p:cond delay="499"/>
                                          </p:stCondLst>
                                        </p:cTn>
                                        <p:tgtEl>
                                          <p:spTgt spid="112"/>
                                        </p:tgtEl>
                                        <p:attrNameLst>
                                          <p:attrName>style.visibility</p:attrName>
                                        </p:attrNameLst>
                                      </p:cBhvr>
                                      <p:to>
                                        <p:strVal val="hidden"/>
                                      </p:to>
                                    </p:set>
                                  </p:childTnLst>
                                </p:cTn>
                              </p:par>
                              <p:par>
                                <p:cTn id="111" nodeType="withEffect" fill="hold" presetClass="exit" presetID="22" presetSubtype="4">
                                  <p:stCondLst>
                                    <p:cond delay="0"/>
                                  </p:stCondLst>
                                  <p:childTnLst>
                                    <p:animEffect filter="wipe(down)" transition="out">
                                      <p:cBhvr additive="repl">
                                        <p:cTn id="112" dur="500"/>
                                        <p:tgtEl>
                                          <p:spTgt spid="113"/>
                                        </p:tgtEl>
                                      </p:cBhvr>
                                    </p:animEffect>
                                    <p:set>
                                      <p:cBhvr>
                                        <p:cTn id="113" dur="1" fill="hold">
                                          <p:stCondLst>
                                            <p:cond delay="499"/>
                                          </p:stCondLst>
                                        </p:cTn>
                                        <p:tgtEl>
                                          <p:spTgt spid="113"/>
                                        </p:tgtEl>
                                        <p:attrNameLst>
                                          <p:attrName>style.visibility</p:attrName>
                                        </p:attrNameLst>
                                      </p:cBhvr>
                                      <p:to>
                                        <p:strVal val="hidden"/>
                                      </p:to>
                                    </p:set>
                                  </p:childTnLst>
                                </p:cTn>
                              </p:par>
                              <p:par>
                                <p:cTn id="114" nodeType="withEffect" fill="hold" presetClass="exit" presetID="22" presetSubtype="4">
                                  <p:stCondLst>
                                    <p:cond delay="0"/>
                                  </p:stCondLst>
                                  <p:childTnLst>
                                    <p:animEffect filter="wipe(down)" transition="out">
                                      <p:cBhvr additive="repl">
                                        <p:cTn id="115" dur="500"/>
                                        <p:tgtEl>
                                          <p:spTgt spid="114"/>
                                        </p:tgtEl>
                                      </p:cBhvr>
                                    </p:animEffect>
                                    <p:set>
                                      <p:cBhvr>
                                        <p:cTn id="116" dur="1" fill="hold">
                                          <p:stCondLst>
                                            <p:cond delay="499"/>
                                          </p:stCondLst>
                                        </p:cTn>
                                        <p:tgtEl>
                                          <p:spTgt spid="114"/>
                                        </p:tgtEl>
                                        <p:attrNameLst>
                                          <p:attrName>style.visibility</p:attrName>
                                        </p:attrNameLst>
                                      </p:cBhvr>
                                      <p:to>
                                        <p:strVal val="hidden"/>
                                      </p:to>
                                    </p:set>
                                  </p:childTnLst>
                                </p:cTn>
                              </p:par>
                              <p:par>
                                <p:cTn id="117" nodeType="withEffect" fill="hold" presetClass="exit" presetID="22" presetSubtype="4">
                                  <p:stCondLst>
                                    <p:cond delay="0"/>
                                  </p:stCondLst>
                                  <p:childTnLst>
                                    <p:animEffect filter="wipe(down)" transition="out">
                                      <p:cBhvr additive="repl">
                                        <p:cTn id="118" dur="500"/>
                                        <p:tgtEl>
                                          <p:spTgt spid="115"/>
                                        </p:tgtEl>
                                      </p:cBhvr>
                                    </p:animEffect>
                                    <p:set>
                                      <p:cBhvr>
                                        <p:cTn id="119" dur="1" fill="hold">
                                          <p:stCondLst>
                                            <p:cond delay="499"/>
                                          </p:stCondLst>
                                        </p:cTn>
                                        <p:tgtEl>
                                          <p:spTgt spid="115"/>
                                        </p:tgtEl>
                                        <p:attrNameLst>
                                          <p:attrName>style.visibility</p:attrName>
                                        </p:attrNameLst>
                                      </p:cBhvr>
                                      <p:to>
                                        <p:strVal val="hidden"/>
                                      </p:to>
                                    </p:set>
                                  </p:childTnLst>
                                </p:cTn>
                              </p:par>
                              <p:par>
                                <p:cTn id="120" nodeType="withEffect" fill="hold" presetClass="exit" presetID="10">
                                  <p:stCondLst>
                                    <p:cond delay="0"/>
                                  </p:stCondLst>
                                  <p:childTnLst>
                                    <p:animEffect filter="fade" transition="out">
                                      <p:cBhvr additive="repl">
                                        <p:cTn id="121" dur="750"/>
                                        <p:tgtEl>
                                          <p:spTgt spid="116"/>
                                        </p:tgtEl>
                                      </p:cBhvr>
                                    </p:animEffect>
                                    <p:set>
                                      <p:cBhvr>
                                        <p:cTn id="122" dur="1" fill="hold">
                                          <p:stCondLst>
                                            <p:cond delay="749"/>
                                          </p:stCondLst>
                                        </p:cTn>
                                        <p:tgtEl>
                                          <p:spTgt spid="116"/>
                                        </p:tgtEl>
                                        <p:attrNameLst>
                                          <p:attrName>style.visibility</p:attrName>
                                        </p:attrNameLst>
                                      </p:cBhvr>
                                      <p:to>
                                        <p:strVal val="hidden"/>
                                      </p:to>
                                    </p:set>
                                  </p:childTnLst>
                                </p:cTn>
                              </p:par>
                            </p:childTnLst>
                          </p:cTn>
                        </p:par>
                        <p:par>
                          <p:cTn id="123" fill="hold">
                            <p:stCondLst>
                              <p:cond delay="750"/>
                            </p:stCondLst>
                            <p:childTnLst>
                              <p:par>
                                <p:cTn id="124" nodeType="afterEffect" fill="hold" presetClass="entr" presetID="2" presetSubtype="4">
                                  <p:stCondLst>
                                    <p:cond delay="250"/>
                                  </p:stCondLst>
                                  <p:childTnLst>
                                    <p:set>
                                      <p:cBhvr>
                                        <p:cTn id="125" dur="1" fill="hold">
                                          <p:stCondLst>
                                            <p:cond delay="0"/>
                                          </p:stCondLst>
                                        </p:cTn>
                                        <p:tgtEl>
                                          <p:spTgt spid="117"/>
                                        </p:tgtEl>
                                        <p:attrNameLst>
                                          <p:attrName>style.visibility</p:attrName>
                                        </p:attrNameLst>
                                      </p:cBhvr>
                                      <p:to>
                                        <p:strVal val="visible"/>
                                      </p:to>
                                    </p:set>
                                    <p:anim calcmode="lin" valueType="num">
                                      <p:cBhvr additive="repl">
                                        <p:cTn id="126" dur="750" fill="hold"/>
                                        <p:tgtEl>
                                          <p:spTgt spid="117"/>
                                        </p:tgtEl>
                                        <p:attrNameLst>
                                          <p:attrName>ppt_x</p:attrName>
                                        </p:attrNameLst>
                                      </p:cBhvr>
                                      <p:tavLst>
                                        <p:tav tm="0">
                                          <p:val>
                                            <p:strVal val="#ppt_x"/>
                                          </p:val>
                                        </p:tav>
                                        <p:tav tm="100000">
                                          <p:val>
                                            <p:strVal val="#ppt_x"/>
                                          </p:val>
                                        </p:tav>
                                      </p:tavLst>
                                    </p:anim>
                                    <p:anim calcmode="lin" valueType="num">
                                      <p:cBhvr additive="repl">
                                        <p:cTn id="127" dur="750" fill="hold"/>
                                        <p:tgtEl>
                                          <p:spTgt spid="117"/>
                                        </p:tgtEl>
                                        <p:attrNameLst>
                                          <p:attrName>ppt_y</p:attrName>
                                        </p:attrNameLst>
                                      </p:cBhvr>
                                      <p:tavLst>
                                        <p:tav tm="0">
                                          <p:val>
                                            <p:strVal val="1+#ppt_h/2"/>
                                          </p:val>
                                        </p:tav>
                                        <p:tav tm="100000">
                                          <p:val>
                                            <p:strVal val="#ppt_y"/>
                                          </p:val>
                                        </p:tav>
                                      </p:tavLst>
                                    </p:anim>
                                  </p:childTnLst>
                                </p:cTn>
                              </p:par>
                            </p:childTnLst>
                          </p:cTn>
                        </p:par>
                        <p:par>
                          <p:cTn id="128" fill="hold">
                            <p:stCondLst>
                              <p:cond delay="1750"/>
                            </p:stCondLst>
                            <p:childTnLst>
                              <p:par>
                                <p:cTn id="129" nodeType="afterEffect" fill="hold" presetClass="entr" presetID="10">
                                  <p:stCondLst>
                                    <p:cond delay="0"/>
                                  </p:stCondLst>
                                  <p:childTnLst>
                                    <p:set>
                                      <p:cBhvr>
                                        <p:cTn id="130" dur="1" fill="hold">
                                          <p:stCondLst>
                                            <p:cond delay="0"/>
                                          </p:stCondLst>
                                        </p:cTn>
                                        <p:tgtEl>
                                          <p:spTgt spid="118"/>
                                        </p:tgtEl>
                                        <p:attrNameLst>
                                          <p:attrName>style.visibility</p:attrName>
                                        </p:attrNameLst>
                                      </p:cBhvr>
                                      <p:to>
                                        <p:strVal val="visible"/>
                                      </p:to>
                                    </p:set>
                                    <p:animEffect filter="fade" transition="in">
                                      <p:cBhvr additive="repl">
                                        <p:cTn id="131" dur="75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2133000" y="940320"/>
            <a:ext cx="7287840" cy="428760"/>
          </a:xfrm>
          <a:prstGeom prst="rect">
            <a:avLst/>
          </a:prstGeom>
          <a:noFill/>
          <a:ln w="0">
            <a:noFill/>
          </a:ln>
        </p:spPr>
        <p:txBody>
          <a:bodyPr lIns="91440" rIns="91440" tIns="45720" bIns="45720" anchor="t">
            <a:normAutofit fontScale="90336"/>
          </a:bodyPr>
          <a:p>
            <a:pPr indent="0" defTabSz="914400">
              <a:lnSpc>
                <a:spcPct val="90000"/>
              </a:lnSpc>
              <a:buNone/>
            </a:pPr>
            <a:r>
              <a:rPr b="0" lang="en-US" sz="2800" spc="148" strike="noStrike" cap="all">
                <a:solidFill>
                  <a:schemeClr val="dk1"/>
                </a:solidFill>
                <a:latin typeface="Tenorite"/>
              </a:rPr>
              <a:t>Tweaking and optimizing</a:t>
            </a:r>
            <a:endParaRPr b="0" lang="en-US" sz="2800" spc="-1" strike="noStrike">
              <a:solidFill>
                <a:schemeClr val="dk1"/>
              </a:solidFill>
              <a:latin typeface="Tenorite"/>
            </a:endParaRPr>
          </a:p>
        </p:txBody>
      </p:sp>
      <p:sp>
        <p:nvSpPr>
          <p:cNvPr id="120" name="PlaceHolder 2"/>
          <p:cNvSpPr>
            <a:spLocks noGrp="1"/>
          </p:cNvSpPr>
          <p:nvPr>
            <p:ph/>
          </p:nvPr>
        </p:nvSpPr>
        <p:spPr>
          <a:xfrm>
            <a:off x="2138760" y="1367640"/>
            <a:ext cx="7287840" cy="4129200"/>
          </a:xfrm>
          <a:prstGeom prst="rect">
            <a:avLst/>
          </a:prstGeom>
          <a:noFill/>
          <a:ln w="0">
            <a:noFill/>
          </a:ln>
        </p:spPr>
        <p:txBody>
          <a:bodyPr lIns="91440" rIns="91440" tIns="45720" bIns="45720" anchor="t">
            <a:normAutofit fontScale="98333" lnSpcReduction="10000"/>
          </a:bodyPr>
          <a:p>
            <a:pPr indent="0" defTabSz="914400">
              <a:lnSpc>
                <a:spcPct val="100000"/>
              </a:lnSpc>
              <a:spcBef>
                <a:spcPts val="1001"/>
              </a:spcBef>
              <a:buNone/>
              <a:tabLst>
                <a:tab algn="l" pos="0"/>
              </a:tabLst>
            </a:pPr>
            <a:r>
              <a:rPr b="1" lang="en-US" sz="1800" spc="49" strike="noStrike">
                <a:solidFill>
                  <a:schemeClr val="dk1"/>
                </a:solidFill>
                <a:latin typeface="Tenorite"/>
              </a:rPr>
              <a:t>Implemented Tweaks and Additions</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Reorganized and relabeled all labels and sub-routines necessary to ready and write to the LCD module display</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Added table pointers and file select registers to optimize LCD message writing process – this ultimately resulted in a little over 100 less lines of code!!</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Stored the characters for each message in program memory, to be accessed when needed with our table pointer</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Used file select registers and their associated operations to better control the display write out using loops</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tabLst>
                <a:tab algn="l" pos="0"/>
              </a:tabLst>
            </a:pPr>
            <a:r>
              <a:rPr b="0" lang="en-US" sz="1800" spc="49" strike="noStrike">
                <a:solidFill>
                  <a:schemeClr val="dk1"/>
                </a:solidFill>
                <a:latin typeface="Tenorite"/>
              </a:rPr>
              <a:t>Better utilization of arithmetic and bit operations to ready the LCD module and direct program flow</a:t>
            </a:r>
            <a:endParaRPr b="0" lang="en-US" sz="1800" spc="-1" strike="noStrike">
              <a:solidFill>
                <a:schemeClr val="dk1"/>
              </a:solidFill>
              <a:latin typeface="Tenorite"/>
            </a:endParaRPr>
          </a:p>
          <a:p>
            <a:pPr indent="0" defTabSz="914400">
              <a:lnSpc>
                <a:spcPct val="100000"/>
              </a:lnSpc>
              <a:spcBef>
                <a:spcPts val="1001"/>
              </a:spcBef>
              <a:buNone/>
              <a:tabLst>
                <a:tab algn="l" pos="0"/>
              </a:tabLst>
            </a:pPr>
            <a:endParaRPr b="0" lang="en-US" sz="1800" spc="-1" strike="noStrike">
              <a:solidFill>
                <a:schemeClr val="dk1"/>
              </a:solidFill>
              <a:latin typeface="Tenorite"/>
            </a:endParaRPr>
          </a:p>
        </p:txBody>
      </p:sp>
      <p:sp>
        <p:nvSpPr>
          <p:cNvPr id="121" name="PlaceHolder 3"/>
          <p:cNvSpPr>
            <a:spLocks noGrp="1"/>
          </p:cNvSpPr>
          <p:nvPr>
            <p:ph type="sldNum" idx="23"/>
          </p:nvPr>
        </p:nvSpPr>
        <p:spPr>
          <a:xfrm>
            <a:off x="10373400" y="6356520"/>
            <a:ext cx="9871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enorite"/>
              </a:defRPr>
            </a:lvl1pPr>
          </a:lstStyle>
          <a:p>
            <a:pPr indent="0" algn="r" defTabSz="914400">
              <a:lnSpc>
                <a:spcPct val="100000"/>
              </a:lnSpc>
              <a:buNone/>
            </a:pPr>
            <a:fld id="{02E00E12-A06E-4B95-80AB-12B7729690E2}" type="slidenum">
              <a:rPr b="0" lang="en-US" sz="900" spc="-1" strike="noStrike">
                <a:solidFill>
                  <a:schemeClr val="dk1">
                    <a:tint val="75000"/>
                  </a:schemeClr>
                </a:solidFill>
                <a:latin typeface="Tenorite"/>
              </a:rPr>
              <a:t>5</a:t>
            </a:fld>
            <a:endParaRPr b="0" lang="en-US" sz="900" spc="-1" strike="noStrike">
              <a:solidFill>
                <a:srgbClr val="000000"/>
              </a:solidFill>
              <a:latin typeface="Times New Roman"/>
            </a:endParaRPr>
          </a:p>
        </p:txBody>
      </p:sp>
      <p:pic>
        <p:nvPicPr>
          <p:cNvPr id="122" name="Picture 3" descr="A screenshot of a computer program&#10;&#10;AI-generated content may be incorrect."/>
          <p:cNvPicPr/>
          <p:nvPr/>
        </p:nvPicPr>
        <p:blipFill>
          <a:blip r:embed="rId1"/>
          <a:stretch/>
        </p:blipFill>
        <p:spPr>
          <a:xfrm>
            <a:off x="2136600" y="1796040"/>
            <a:ext cx="7502040" cy="4821120"/>
          </a:xfrm>
          <a:prstGeom prst="rect">
            <a:avLst/>
          </a:prstGeom>
          <a:ln w="0">
            <a:noFill/>
          </a:ln>
        </p:spPr>
      </p:pic>
      <p:pic>
        <p:nvPicPr>
          <p:cNvPr id="123" name="Picture 4" descr="A white background with black text&#10;&#10;AI-generated content may be incorrect."/>
          <p:cNvPicPr/>
          <p:nvPr/>
        </p:nvPicPr>
        <p:blipFill>
          <a:blip r:embed="rId2"/>
          <a:stretch/>
        </p:blipFill>
        <p:spPr>
          <a:xfrm>
            <a:off x="2128680" y="301320"/>
            <a:ext cx="7509960" cy="1485360"/>
          </a:xfrm>
          <a:prstGeom prst="rect">
            <a:avLst/>
          </a:prstGeom>
          <a:ln w="0">
            <a:noFill/>
          </a:ln>
        </p:spPr>
      </p:pic>
      <p:pic>
        <p:nvPicPr>
          <p:cNvPr id="124" name="Picture 5" descr="A screenshot of a computer program&#10;&#10;AI-generated content may be incorrect."/>
          <p:cNvPicPr/>
          <p:nvPr/>
        </p:nvPicPr>
        <p:blipFill>
          <a:blip r:embed="rId3"/>
          <a:stretch/>
        </p:blipFill>
        <p:spPr>
          <a:xfrm rot="21420000">
            <a:off x="1517400" y="995400"/>
            <a:ext cx="9153000" cy="4866840"/>
          </a:xfrm>
          <a:prstGeom prst="rect">
            <a:avLst/>
          </a:prstGeom>
          <a:ln w="0">
            <a:noFill/>
          </a:ln>
        </p:spPr>
      </p:pic>
    </p:spTree>
  </p:cSld>
  <mc:AlternateContent>
    <mc:Choice Requires="p14">
      <p:transition spd="slow" p14:dur="2000"/>
    </mc:Choice>
    <mc:Fallback>
      <p:transition spd="slow"/>
    </mc:Fallback>
  </mc:AlternateContent>
  <p:timing>
    <p:tnLst>
      <p:par>
        <p:cTn id="132" dur="indefinite" restart="never" nodeType="tmRoot">
          <p:childTnLst>
            <p:seq>
              <p:cTn id="133" dur="indefinite" nodeType="mainSeq">
                <p:childTnLst>
                  <p:par>
                    <p:cTn id="134" fill="hold">
                      <p:stCondLst>
                        <p:cond delay="indefinite"/>
                      </p:stCondLst>
                      <p:childTnLst>
                        <p:par>
                          <p:cTn id="135" fill="hold">
                            <p:stCondLst>
                              <p:cond delay="0"/>
                            </p:stCondLst>
                            <p:childTnLst>
                              <p:par>
                                <p:cTn id="136" nodeType="clickEffect" fill="hold" presetClass="exit" presetID="22" presetSubtype="4">
                                  <p:stCondLst>
                                    <p:cond delay="0"/>
                                  </p:stCondLst>
                                  <p:childTnLst>
                                    <p:animEffect filter="wipe(down)" transition="out">
                                      <p:cBhvr additive="repl">
                                        <p:cTn id="137" dur="500"/>
                                        <p:tgtEl>
                                          <p:spTgt spid="119"/>
                                        </p:tgtEl>
                                      </p:cBhvr>
                                    </p:animEffect>
                                    <p:set>
                                      <p:cBhvr>
                                        <p:cTn id="138" dur="1" fill="hold">
                                          <p:stCondLst>
                                            <p:cond delay="499"/>
                                          </p:stCondLst>
                                        </p:cTn>
                                        <p:tgtEl>
                                          <p:spTgt spid="119"/>
                                        </p:tgtEl>
                                        <p:attrNameLst>
                                          <p:attrName>style.visibility</p:attrName>
                                        </p:attrNameLst>
                                      </p:cBhvr>
                                      <p:to>
                                        <p:strVal val="hidden"/>
                                      </p:to>
                                    </p:set>
                                  </p:childTnLst>
                                </p:cTn>
                              </p:par>
                              <p:par>
                                <p:cTn id="139" nodeType="withEffect" fill="hold" presetClass="exit" presetID="22" presetSubtype="4">
                                  <p:stCondLst>
                                    <p:cond delay="0"/>
                                  </p:stCondLst>
                                  <p:childTnLst>
                                    <p:animEffect filter="wipe(down)" transition="out">
                                      <p:cBhvr additive="repl">
                                        <p:cTn id="140" dur="500"/>
                                        <p:tgtEl>
                                          <p:spTgt spid="120">
                                            <p:txEl>
                                              <p:pRg st="0" end="0"/>
                                            </p:txEl>
                                          </p:spTgt>
                                        </p:tgtEl>
                                      </p:cBhvr>
                                    </p:animEffect>
                                    <p:set>
                                      <p:cBhvr>
                                        <p:cTn id="141" dur="1" fill="hold">
                                          <p:stCondLst>
                                            <p:cond delay="499"/>
                                          </p:stCondLst>
                                        </p:cTn>
                                        <p:tgtEl>
                                          <p:spTgt spid="120">
                                            <p:txEl>
                                              <p:pRg st="0" end="0"/>
                                            </p:txEl>
                                          </p:spTgt>
                                        </p:tgtEl>
                                        <p:attrNameLst>
                                          <p:attrName>style.visibility</p:attrName>
                                        </p:attrNameLst>
                                      </p:cBhvr>
                                      <p:to>
                                        <p:strVal val="hidden"/>
                                      </p:to>
                                    </p:set>
                                  </p:childTnLst>
                                </p:cTn>
                              </p:par>
                              <p:par>
                                <p:cTn id="142" nodeType="withEffect" fill="hold" presetClass="exit" presetID="22" presetSubtype="4">
                                  <p:stCondLst>
                                    <p:cond delay="0"/>
                                  </p:stCondLst>
                                  <p:childTnLst>
                                    <p:animEffect filter="wipe(down)" transition="out">
                                      <p:cBhvr additive="repl">
                                        <p:cTn id="143" dur="500"/>
                                        <p:tgtEl>
                                          <p:spTgt spid="120">
                                            <p:txEl>
                                              <p:pRg st="1" end="1"/>
                                            </p:txEl>
                                          </p:spTgt>
                                        </p:tgtEl>
                                      </p:cBhvr>
                                    </p:animEffect>
                                    <p:set>
                                      <p:cBhvr>
                                        <p:cTn id="144" dur="1" fill="hold">
                                          <p:stCondLst>
                                            <p:cond delay="499"/>
                                          </p:stCondLst>
                                        </p:cTn>
                                        <p:tgtEl>
                                          <p:spTgt spid="120">
                                            <p:txEl>
                                              <p:pRg st="1" end="1"/>
                                            </p:txEl>
                                          </p:spTgt>
                                        </p:tgtEl>
                                        <p:attrNameLst>
                                          <p:attrName>style.visibility</p:attrName>
                                        </p:attrNameLst>
                                      </p:cBhvr>
                                      <p:to>
                                        <p:strVal val="hidden"/>
                                      </p:to>
                                    </p:set>
                                  </p:childTnLst>
                                </p:cTn>
                              </p:par>
                              <p:par>
                                <p:cTn id="145" nodeType="withEffect" fill="hold" presetClass="exit" presetID="22" presetSubtype="4">
                                  <p:stCondLst>
                                    <p:cond delay="0"/>
                                  </p:stCondLst>
                                  <p:childTnLst>
                                    <p:animEffect filter="wipe(down)" transition="out">
                                      <p:cBhvr additive="repl">
                                        <p:cTn id="146" dur="500"/>
                                        <p:tgtEl>
                                          <p:spTgt spid="120">
                                            <p:txEl>
                                              <p:pRg st="2" end="2"/>
                                            </p:txEl>
                                          </p:spTgt>
                                        </p:tgtEl>
                                      </p:cBhvr>
                                    </p:animEffect>
                                    <p:set>
                                      <p:cBhvr>
                                        <p:cTn id="147" dur="1" fill="hold">
                                          <p:stCondLst>
                                            <p:cond delay="499"/>
                                          </p:stCondLst>
                                        </p:cTn>
                                        <p:tgtEl>
                                          <p:spTgt spid="120">
                                            <p:txEl>
                                              <p:pRg st="2" end="2"/>
                                            </p:txEl>
                                          </p:spTgt>
                                        </p:tgtEl>
                                        <p:attrNameLst>
                                          <p:attrName>style.visibility</p:attrName>
                                        </p:attrNameLst>
                                      </p:cBhvr>
                                      <p:to>
                                        <p:strVal val="hidden"/>
                                      </p:to>
                                    </p:set>
                                  </p:childTnLst>
                                </p:cTn>
                              </p:par>
                              <p:par>
                                <p:cTn id="148" nodeType="withEffect" fill="hold" presetClass="exit" presetID="22" presetSubtype="4">
                                  <p:stCondLst>
                                    <p:cond delay="0"/>
                                  </p:stCondLst>
                                  <p:childTnLst>
                                    <p:animEffect filter="wipe(down)" transition="out">
                                      <p:cBhvr additive="repl">
                                        <p:cTn id="149" dur="500"/>
                                        <p:tgtEl>
                                          <p:spTgt spid="120">
                                            <p:txEl>
                                              <p:pRg st="3" end="3"/>
                                            </p:txEl>
                                          </p:spTgt>
                                        </p:tgtEl>
                                      </p:cBhvr>
                                    </p:animEffect>
                                    <p:set>
                                      <p:cBhvr>
                                        <p:cTn id="150" dur="1" fill="hold">
                                          <p:stCondLst>
                                            <p:cond delay="499"/>
                                          </p:stCondLst>
                                        </p:cTn>
                                        <p:tgtEl>
                                          <p:spTgt spid="120">
                                            <p:txEl>
                                              <p:pRg st="3" end="3"/>
                                            </p:txEl>
                                          </p:spTgt>
                                        </p:tgtEl>
                                        <p:attrNameLst>
                                          <p:attrName>style.visibility</p:attrName>
                                        </p:attrNameLst>
                                      </p:cBhvr>
                                      <p:to>
                                        <p:strVal val="hidden"/>
                                      </p:to>
                                    </p:set>
                                  </p:childTnLst>
                                </p:cTn>
                              </p:par>
                              <p:par>
                                <p:cTn id="151" nodeType="withEffect" fill="hold" presetClass="exit" presetID="22" presetSubtype="4">
                                  <p:stCondLst>
                                    <p:cond delay="0"/>
                                  </p:stCondLst>
                                  <p:childTnLst>
                                    <p:animEffect filter="wipe(down)" transition="out">
                                      <p:cBhvr additive="repl">
                                        <p:cTn id="152" dur="500"/>
                                        <p:tgtEl>
                                          <p:spTgt spid="120">
                                            <p:txEl>
                                              <p:pRg st="4" end="4"/>
                                            </p:txEl>
                                          </p:spTgt>
                                        </p:tgtEl>
                                      </p:cBhvr>
                                    </p:animEffect>
                                    <p:set>
                                      <p:cBhvr>
                                        <p:cTn id="153" dur="1" fill="hold">
                                          <p:stCondLst>
                                            <p:cond delay="499"/>
                                          </p:stCondLst>
                                        </p:cTn>
                                        <p:tgtEl>
                                          <p:spTgt spid="120">
                                            <p:txEl>
                                              <p:pRg st="4" end="4"/>
                                            </p:txEl>
                                          </p:spTgt>
                                        </p:tgtEl>
                                        <p:attrNameLst>
                                          <p:attrName>style.visibility</p:attrName>
                                        </p:attrNameLst>
                                      </p:cBhvr>
                                      <p:to>
                                        <p:strVal val="hidden"/>
                                      </p:to>
                                    </p:set>
                                  </p:childTnLst>
                                </p:cTn>
                              </p:par>
                              <p:par>
                                <p:cTn id="154" nodeType="withEffect" fill="hold" presetClass="exit" presetID="22" presetSubtype="4">
                                  <p:stCondLst>
                                    <p:cond delay="0"/>
                                  </p:stCondLst>
                                  <p:childTnLst>
                                    <p:animEffect filter="wipe(down)" transition="out">
                                      <p:cBhvr additive="repl">
                                        <p:cTn id="155" dur="500"/>
                                        <p:tgtEl>
                                          <p:spTgt spid="120">
                                            <p:txEl>
                                              <p:pRg st="5" end="5"/>
                                            </p:txEl>
                                          </p:spTgt>
                                        </p:tgtEl>
                                      </p:cBhvr>
                                    </p:animEffect>
                                    <p:set>
                                      <p:cBhvr>
                                        <p:cTn id="156" dur="1" fill="hold">
                                          <p:stCondLst>
                                            <p:cond delay="499"/>
                                          </p:stCondLst>
                                        </p:cTn>
                                        <p:tgtEl>
                                          <p:spTgt spid="120">
                                            <p:txEl>
                                              <p:pRg st="5" end="5"/>
                                            </p:txEl>
                                          </p:spTgt>
                                        </p:tgtEl>
                                        <p:attrNameLst>
                                          <p:attrName>style.visibility</p:attrName>
                                        </p:attrNameLst>
                                      </p:cBhvr>
                                      <p:to>
                                        <p:strVal val="hidden"/>
                                      </p:to>
                                    </p:set>
                                  </p:childTnLst>
                                </p:cTn>
                              </p:par>
                            </p:childTnLst>
                          </p:cTn>
                        </p:par>
                        <p:par>
                          <p:cTn id="157" fill="hold">
                            <p:stCondLst>
                              <p:cond delay="500"/>
                            </p:stCondLst>
                            <p:childTnLst>
                              <p:par>
                                <p:cTn id="158" nodeType="afterEffect" fill="hold" presetClass="entr" presetID="10">
                                  <p:stCondLst>
                                    <p:cond delay="0"/>
                                  </p:stCondLst>
                                  <p:childTnLst>
                                    <p:set>
                                      <p:cBhvr>
                                        <p:cTn id="159" dur="1" fill="hold">
                                          <p:stCondLst>
                                            <p:cond delay="0"/>
                                          </p:stCondLst>
                                        </p:cTn>
                                        <p:tgtEl>
                                          <p:spTgt spid="123"/>
                                        </p:tgtEl>
                                        <p:attrNameLst>
                                          <p:attrName>style.visibility</p:attrName>
                                        </p:attrNameLst>
                                      </p:cBhvr>
                                      <p:to>
                                        <p:strVal val="visible"/>
                                      </p:to>
                                    </p:set>
                                    <p:animEffect filter="fade" transition="in">
                                      <p:cBhvr additive="repl">
                                        <p:cTn id="160" dur="500"/>
                                        <p:tgtEl>
                                          <p:spTgt spid="123"/>
                                        </p:tgtEl>
                                      </p:cBhvr>
                                    </p:animEffect>
                                  </p:childTnLst>
                                </p:cTn>
                              </p:par>
                            </p:childTnLst>
                          </p:cTn>
                        </p:par>
                        <p:par>
                          <p:cTn id="161" fill="hold">
                            <p:stCondLst>
                              <p:cond delay="1000"/>
                            </p:stCondLst>
                            <p:childTnLst>
                              <p:par>
                                <p:cTn id="162" nodeType="afterEffect" fill="hold" presetClass="entr" presetID="10">
                                  <p:stCondLst>
                                    <p:cond delay="0"/>
                                  </p:stCondLst>
                                  <p:childTnLst>
                                    <p:set>
                                      <p:cBhvr>
                                        <p:cTn id="163" dur="1" fill="hold">
                                          <p:stCondLst>
                                            <p:cond delay="0"/>
                                          </p:stCondLst>
                                        </p:cTn>
                                        <p:tgtEl>
                                          <p:spTgt spid="122"/>
                                        </p:tgtEl>
                                        <p:attrNameLst>
                                          <p:attrName>style.visibility</p:attrName>
                                        </p:attrNameLst>
                                      </p:cBhvr>
                                      <p:to>
                                        <p:strVal val="visible"/>
                                      </p:to>
                                    </p:set>
                                    <p:animEffect filter="fade" transition="in">
                                      <p:cBhvr additive="repl">
                                        <p:cTn id="164" dur="500"/>
                                        <p:tgtEl>
                                          <p:spTgt spid="122"/>
                                        </p:tgtEl>
                                      </p:cBhvr>
                                    </p:animEffect>
                                  </p:childTnLst>
                                </p:cTn>
                              </p:par>
                            </p:childTnLst>
                          </p:cTn>
                        </p:par>
                      </p:childTnLst>
                    </p:cTn>
                  </p:par>
                  <p:par>
                    <p:cTn id="165" fill="hold">
                      <p:stCondLst>
                        <p:cond delay="indefinite"/>
                      </p:stCondLst>
                      <p:childTnLst>
                        <p:par>
                          <p:cTn id="166" fill="hold">
                            <p:stCondLst>
                              <p:cond delay="0"/>
                            </p:stCondLst>
                            <p:childTnLst>
                              <p:par>
                                <p:cTn id="167" nodeType="clickEffect" fill="hold" presetClass="exit" presetID="10">
                                  <p:stCondLst>
                                    <p:cond delay="0"/>
                                  </p:stCondLst>
                                  <p:childTnLst>
                                    <p:animEffect filter="fade" transition="out">
                                      <p:cBhvr additive="repl">
                                        <p:cTn id="168" dur="500"/>
                                        <p:tgtEl>
                                          <p:spTgt spid="123"/>
                                        </p:tgtEl>
                                      </p:cBhvr>
                                    </p:animEffect>
                                    <p:set>
                                      <p:cBhvr>
                                        <p:cTn id="169" dur="1" fill="hold">
                                          <p:stCondLst>
                                            <p:cond delay="499"/>
                                          </p:stCondLst>
                                        </p:cTn>
                                        <p:tgtEl>
                                          <p:spTgt spid="123"/>
                                        </p:tgtEl>
                                        <p:attrNameLst>
                                          <p:attrName>style.visibility</p:attrName>
                                        </p:attrNameLst>
                                      </p:cBhvr>
                                      <p:to>
                                        <p:strVal val="hidden"/>
                                      </p:to>
                                    </p:set>
                                  </p:childTnLst>
                                </p:cTn>
                              </p:par>
                              <p:par>
                                <p:cTn id="170" nodeType="withEffect" fill="hold" presetClass="exit" presetID="10">
                                  <p:stCondLst>
                                    <p:cond delay="0"/>
                                  </p:stCondLst>
                                  <p:childTnLst>
                                    <p:animEffect filter="fade" transition="out">
                                      <p:cBhvr additive="repl">
                                        <p:cTn id="171" dur="500"/>
                                        <p:tgtEl>
                                          <p:spTgt spid="122"/>
                                        </p:tgtEl>
                                      </p:cBhvr>
                                    </p:animEffect>
                                    <p:set>
                                      <p:cBhvr>
                                        <p:cTn id="172" dur="1" fill="hold">
                                          <p:stCondLst>
                                            <p:cond delay="499"/>
                                          </p:stCondLst>
                                        </p:cTn>
                                        <p:tgtEl>
                                          <p:spTgt spid="122"/>
                                        </p:tgtEl>
                                        <p:attrNameLst>
                                          <p:attrName>style.visibility</p:attrName>
                                        </p:attrNameLst>
                                      </p:cBhvr>
                                      <p:to>
                                        <p:strVal val="hidden"/>
                                      </p:to>
                                    </p:set>
                                  </p:childTnLst>
                                </p:cTn>
                              </p:par>
                            </p:childTnLst>
                          </p:cTn>
                        </p:par>
                        <p:par>
                          <p:cTn id="173" fill="hold">
                            <p:stCondLst>
                              <p:cond delay="500"/>
                            </p:stCondLst>
                            <p:childTnLst>
                              <p:par>
                                <p:cTn id="174" nodeType="afterEffect" fill="hold" presetClass="entr" presetID="22" presetSubtype="4">
                                  <p:stCondLst>
                                    <p:cond delay="0"/>
                                  </p:stCondLst>
                                  <p:childTnLst>
                                    <p:set>
                                      <p:cBhvr>
                                        <p:cTn id="175" dur="1" fill="hold">
                                          <p:stCondLst>
                                            <p:cond delay="0"/>
                                          </p:stCondLst>
                                        </p:cTn>
                                        <p:tgtEl>
                                          <p:spTgt spid="124"/>
                                        </p:tgtEl>
                                        <p:attrNameLst>
                                          <p:attrName>style.visibility</p:attrName>
                                        </p:attrNameLst>
                                      </p:cBhvr>
                                      <p:to>
                                        <p:strVal val="visible"/>
                                      </p:to>
                                    </p:set>
                                    <p:animEffect filter="wipe(down)" transition="in">
                                      <p:cBhvr additive="repl">
                                        <p:cTn id="176" dur="500"/>
                                        <p:tgtEl>
                                          <p:spTgt spid="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6172200" y="300240"/>
            <a:ext cx="5257800" cy="457920"/>
          </a:xfrm>
          <a:prstGeom prst="rect">
            <a:avLst/>
          </a:prstGeom>
          <a:noFill/>
          <a:ln w="0">
            <a:noFill/>
          </a:ln>
        </p:spPr>
        <p:txBody>
          <a:bodyPr lIns="91440" rIns="91440" tIns="45720" bIns="45720" anchor="t">
            <a:noAutofit/>
          </a:bodyPr>
          <a:p>
            <a:pPr indent="0" defTabSz="914400">
              <a:lnSpc>
                <a:spcPct val="90000"/>
              </a:lnSpc>
              <a:buNone/>
            </a:pPr>
            <a:r>
              <a:rPr b="0" lang="en-US" sz="3600" spc="148" strike="noStrike" cap="all">
                <a:solidFill>
                  <a:schemeClr val="lt1"/>
                </a:solidFill>
                <a:latin typeface="Tenorite"/>
              </a:rPr>
              <a:t>Code breakdown</a:t>
            </a:r>
            <a:endParaRPr b="0" lang="en-US" sz="3600" spc="-1" strike="noStrike">
              <a:solidFill>
                <a:schemeClr val="dk1"/>
              </a:solidFill>
              <a:latin typeface="Tenorite"/>
            </a:endParaRPr>
          </a:p>
        </p:txBody>
      </p:sp>
      <p:sp>
        <p:nvSpPr>
          <p:cNvPr id="126" name="TextBox 2"/>
          <p:cNvSpPr/>
          <p:nvPr/>
        </p:nvSpPr>
        <p:spPr>
          <a:xfrm>
            <a:off x="6095880" y="955080"/>
            <a:ext cx="5758200" cy="585180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b="0" lang="en-US" sz="1800" spc="-1" strike="noStrike">
                <a:solidFill>
                  <a:schemeClr val="lt1"/>
                </a:solidFill>
                <a:latin typeface="Tenorite"/>
              </a:rPr>
              <a:t>1.) Some of this code had to be taken from the disassembled BASIC "as-is" (like Lcdinit, Lcdcmdout, and Lcdout). These BASIC commands had a, more or less, direct translation to assembly which can be pinpointed and restructured for our purposes. </a:t>
            </a:r>
            <a:endParaRPr b="0" lang="en-US" sz="1800" spc="-1" strike="noStrike">
              <a:solidFill>
                <a:srgbClr val="ffffff"/>
              </a:solidFill>
              <a:latin typeface="Arial"/>
            </a:endParaRPr>
          </a:p>
          <a:p>
            <a:pPr defTabSz="914400">
              <a:lnSpc>
                <a:spcPct val="100000"/>
              </a:lnSpc>
            </a:pPr>
            <a:endParaRPr b="0" lang="en-US" sz="1800" spc="-1" strike="noStrike">
              <a:solidFill>
                <a:srgbClr val="ffffff"/>
              </a:solidFill>
              <a:latin typeface="Arial"/>
            </a:endParaRPr>
          </a:p>
          <a:p>
            <a:pPr defTabSz="914400">
              <a:lnSpc>
                <a:spcPct val="100000"/>
              </a:lnSpc>
            </a:pPr>
            <a:r>
              <a:rPr b="0" lang="en-US" sz="1800" spc="-1" strike="noStrike">
                <a:solidFill>
                  <a:schemeClr val="lt1"/>
                </a:solidFill>
                <a:latin typeface="Tenorite"/>
              </a:rPr>
              <a:t>2.) Renaming the sub-routines and labels to more "human readable" identifiers made rewriting and optimizing the code much easier.</a:t>
            </a:r>
            <a:endParaRPr b="0" lang="en-US" sz="1800" spc="-1" strike="noStrike">
              <a:solidFill>
                <a:srgbClr val="ffffff"/>
              </a:solidFill>
              <a:latin typeface="Arial"/>
            </a:endParaRPr>
          </a:p>
          <a:p>
            <a:pPr defTabSz="914400">
              <a:lnSpc>
                <a:spcPct val="100000"/>
              </a:lnSpc>
            </a:pPr>
            <a:endParaRPr b="0" lang="en-US" sz="1800" spc="-1" strike="noStrike">
              <a:solidFill>
                <a:srgbClr val="ffffff"/>
              </a:solidFill>
              <a:latin typeface="Arial"/>
            </a:endParaRPr>
          </a:p>
          <a:p>
            <a:pPr defTabSz="914400">
              <a:lnSpc>
                <a:spcPct val="100000"/>
              </a:lnSpc>
            </a:pPr>
            <a:r>
              <a:rPr b="0" lang="en-US" sz="1800" spc="-1" strike="noStrike">
                <a:solidFill>
                  <a:schemeClr val="lt1"/>
                </a:solidFill>
                <a:latin typeface="Tenorite"/>
              </a:rPr>
              <a:t>3.) On top of renaming the sub-routines / labels, I made great efforts to refactor the linear disassembly into a more modular form which not only reduced the lines of code, but made it easier to understand. </a:t>
            </a:r>
            <a:endParaRPr b="0" lang="en-US" sz="1800" spc="-1" strike="noStrike">
              <a:solidFill>
                <a:srgbClr val="ffffff"/>
              </a:solidFill>
              <a:latin typeface="Arial"/>
            </a:endParaRPr>
          </a:p>
          <a:p>
            <a:pPr defTabSz="914400">
              <a:lnSpc>
                <a:spcPct val="100000"/>
              </a:lnSpc>
            </a:pPr>
            <a:endParaRPr b="0" lang="en-US" sz="1800" spc="-1" strike="noStrike">
              <a:solidFill>
                <a:srgbClr val="ffffff"/>
              </a:solidFill>
              <a:latin typeface="Arial"/>
            </a:endParaRPr>
          </a:p>
          <a:p>
            <a:pPr defTabSz="914400">
              <a:lnSpc>
                <a:spcPct val="100000"/>
              </a:lnSpc>
            </a:pPr>
            <a:r>
              <a:rPr b="0" lang="en-US" sz="1800" spc="-1" strike="noStrike">
                <a:solidFill>
                  <a:schemeClr val="lt1"/>
                </a:solidFill>
                <a:latin typeface="Tenorite"/>
              </a:rPr>
              <a:t>4.) The addition of table pointer logic and my own implementation of file select registers / indirect addressing provided the greatest reduction in lines of assembly code, and therefore the greatest optimization in the program.  </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2842560" y="385560"/>
            <a:ext cx="6301440" cy="459000"/>
          </a:xfrm>
          <a:prstGeom prst="rect">
            <a:avLst/>
          </a:prstGeom>
          <a:noFill/>
          <a:ln w="0">
            <a:noFill/>
          </a:ln>
        </p:spPr>
        <p:txBody>
          <a:bodyPr lIns="91440" rIns="91440" tIns="45720" bIns="45720" anchor="t">
            <a:noAutofit/>
          </a:bodyPr>
          <a:p>
            <a:pPr indent="0" defTabSz="914400">
              <a:lnSpc>
                <a:spcPct val="90000"/>
              </a:lnSpc>
              <a:buNone/>
            </a:pPr>
            <a:r>
              <a:rPr b="0" lang="en-US" sz="3200" spc="148" strike="noStrike" cap="all">
                <a:solidFill>
                  <a:schemeClr val="dk1"/>
                </a:solidFill>
                <a:latin typeface="Tenorite"/>
              </a:rPr>
              <a:t>What I Learned / Wrap-Up</a:t>
            </a:r>
            <a:endParaRPr b="0" lang="en-US" sz="3200" spc="-1" strike="noStrike">
              <a:solidFill>
                <a:schemeClr val="dk1"/>
              </a:solidFill>
              <a:latin typeface="Tenorite"/>
            </a:endParaRPr>
          </a:p>
        </p:txBody>
      </p:sp>
      <p:sp>
        <p:nvSpPr>
          <p:cNvPr id="128" name="PlaceHolder 2"/>
          <p:cNvSpPr>
            <a:spLocks noGrp="1"/>
          </p:cNvSpPr>
          <p:nvPr>
            <p:ph/>
          </p:nvPr>
        </p:nvSpPr>
        <p:spPr>
          <a:xfrm>
            <a:off x="2355120" y="1150200"/>
            <a:ext cx="7473600" cy="5071680"/>
          </a:xfrm>
          <a:prstGeom prst="rect">
            <a:avLst/>
          </a:prstGeom>
          <a:noFill/>
          <a:ln w="0">
            <a:noFill/>
          </a:ln>
        </p:spPr>
        <p:txBody>
          <a:bodyPr lIns="91440" rIns="91440" tIns="0" bIns="45720" anchor="t">
            <a:normAutofit fontScale="93333"/>
          </a:bodyPr>
          <a:p>
            <a:pPr lvl="1" marL="283320" indent="-285840" defTabSz="914400">
              <a:lnSpc>
                <a:spcPct val="100000"/>
              </a:lnSpc>
              <a:spcBef>
                <a:spcPts val="1001"/>
              </a:spcBef>
              <a:buClr>
                <a:srgbClr val="000000"/>
              </a:buClr>
              <a:buFont typeface="Arial"/>
              <a:buChar char="•"/>
            </a:pPr>
            <a:r>
              <a:rPr b="0" lang="en-US" sz="1800" spc="49" strike="noStrike">
                <a:solidFill>
                  <a:schemeClr val="dk1"/>
                </a:solidFill>
                <a:latin typeface="Tenorite"/>
              </a:rPr>
              <a:t>The importance of not just clean, well-organized code, but well-documented and optimally structured code. Assembly is a language where this becomes crucial in both writing and understanding the code. </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pPr>
            <a:r>
              <a:rPr b="0" lang="en-US" sz="1800" spc="49" strike="noStrike">
                <a:solidFill>
                  <a:schemeClr val="dk1"/>
                </a:solidFill>
                <a:latin typeface="Tenorite"/>
              </a:rPr>
              <a:t>How utilizing seemingly complicated concepts and data management techniques (table pointers, file select registers) can lead to better program control and code optimization.</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pPr>
            <a:r>
              <a:rPr b="0" lang="en-US" sz="1800" spc="49" strike="noStrike">
                <a:solidFill>
                  <a:schemeClr val="dk1"/>
                </a:solidFill>
                <a:latin typeface="Tenorite"/>
                <a:ea typeface="Tenorite"/>
              </a:rPr>
              <a:t>Refactoring the code into subroutines and modular structures improved comprehension and control of the program by introducing clearer naming conventions, promoting code reuse, and reducing the amount of disorganized, tedious spaghetti code.</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pPr>
            <a:r>
              <a:rPr b="0" lang="en-US" sz="1800" spc="49" strike="noStrike">
                <a:solidFill>
                  <a:schemeClr val="dk1"/>
                </a:solidFill>
                <a:latin typeface="Tenorite"/>
                <a:ea typeface="Tenorite"/>
              </a:rPr>
              <a:t>Experience with the disassembly process translating higher-level code into lower-level code, and back, through the lens of BASIC and assembly.</a:t>
            </a:r>
            <a:endParaRPr b="0" lang="en-US" sz="1800" spc="-1" strike="noStrike">
              <a:solidFill>
                <a:schemeClr val="dk1"/>
              </a:solidFill>
              <a:latin typeface="Tenorite"/>
            </a:endParaRPr>
          </a:p>
          <a:p>
            <a:pPr lvl="1" marL="283320" indent="-285840" defTabSz="914400">
              <a:lnSpc>
                <a:spcPct val="100000"/>
              </a:lnSpc>
              <a:spcBef>
                <a:spcPts val="1001"/>
              </a:spcBef>
              <a:buClr>
                <a:srgbClr val="000000"/>
              </a:buClr>
              <a:buFont typeface="Arial"/>
              <a:buChar char="•"/>
            </a:pPr>
            <a:r>
              <a:rPr b="0" lang="en-US" sz="1800" spc="49" strike="noStrike">
                <a:solidFill>
                  <a:schemeClr val="dk1"/>
                </a:solidFill>
                <a:latin typeface="Tenorite"/>
                <a:ea typeface="Tenorite"/>
              </a:rPr>
              <a:t>The importance of data, bit, memory, and arithmetic operations at the low level. </a:t>
            </a:r>
            <a:endParaRPr b="0" lang="en-US" sz="1800" spc="-1" strike="noStrike">
              <a:solidFill>
                <a:schemeClr val="dk1"/>
              </a:solidFill>
              <a:latin typeface="Tenorite"/>
            </a:endParaRPr>
          </a:p>
          <a:p>
            <a:pPr indent="0" defTabSz="914400">
              <a:lnSpc>
                <a:spcPct val="100000"/>
              </a:lnSpc>
              <a:spcBef>
                <a:spcPts val="1001"/>
              </a:spcBef>
              <a:buNone/>
            </a:pPr>
            <a:endParaRPr b="0" lang="en-US" sz="1800" spc="-1" strike="noStrike">
              <a:solidFill>
                <a:schemeClr val="dk1"/>
              </a:solidFill>
              <a:latin typeface="Tenorite"/>
            </a:endParaRPr>
          </a:p>
          <a:p>
            <a:pPr indent="0" defTabSz="914400">
              <a:lnSpc>
                <a:spcPct val="100000"/>
              </a:lnSpc>
              <a:spcBef>
                <a:spcPts val="1001"/>
              </a:spcBef>
              <a:buNone/>
              <a:tabLst>
                <a:tab algn="l" pos="0"/>
              </a:tabLst>
            </a:pPr>
            <a:endParaRPr b="0" lang="en-US" sz="1800" spc="-1" strike="noStrike">
              <a:solidFill>
                <a:schemeClr val="dk1"/>
              </a:solidFill>
              <a:latin typeface="Tenorite"/>
            </a:endParaRPr>
          </a:p>
        </p:txBody>
      </p:sp>
      <p:sp>
        <p:nvSpPr>
          <p:cNvPr id="129" name="PlaceHolder 3"/>
          <p:cNvSpPr>
            <a:spLocks noGrp="1"/>
          </p:cNvSpPr>
          <p:nvPr>
            <p:ph type="sldNum" idx="24"/>
          </p:nvPr>
        </p:nvSpPr>
        <p:spPr>
          <a:xfrm>
            <a:off x="10373400" y="6356520"/>
            <a:ext cx="98712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enorite"/>
              </a:defRPr>
            </a:lvl1pPr>
          </a:lstStyle>
          <a:p>
            <a:pPr indent="0" algn="r" defTabSz="914400">
              <a:lnSpc>
                <a:spcPct val="100000"/>
              </a:lnSpc>
              <a:buNone/>
            </a:pPr>
            <a:fld id="{017BE554-AD16-4682-A1C4-D02328FEB16B}" type="slidenum">
              <a:rPr b="0" lang="en-US" sz="900" spc="-1" strike="noStrike">
                <a:solidFill>
                  <a:schemeClr val="dk1">
                    <a:tint val="75000"/>
                  </a:schemeClr>
                </a:solidFill>
                <a:latin typeface="Tenorite"/>
              </a:rPr>
              <a:t>7</a:t>
            </a:fld>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4343400" y="2971800"/>
            <a:ext cx="3388680" cy="685800"/>
          </a:xfrm>
          <a:prstGeom prst="rect">
            <a:avLst/>
          </a:prstGeom>
          <a:noFill/>
          <a:ln w="0">
            <a:noFill/>
          </a:ln>
        </p:spPr>
        <p:txBody>
          <a:bodyPr lIns="91440" rIns="91440" tIns="45720" bIns="45720" anchor="t">
            <a:noAutofit/>
          </a:bodyPr>
          <a:p>
            <a:pPr indent="0" defTabSz="914400">
              <a:lnSpc>
                <a:spcPct val="90000"/>
              </a:lnSpc>
              <a:buNone/>
            </a:pPr>
            <a:r>
              <a:rPr b="0" lang="en-US" sz="3600" spc="148" strike="noStrike" cap="all">
                <a:solidFill>
                  <a:schemeClr val="lt1"/>
                </a:solidFill>
                <a:latin typeface="Tenorite"/>
              </a:rPr>
              <a:t>THANK YOU!!</a:t>
            </a:r>
            <a:endParaRPr b="0" lang="en-US" sz="3600" spc="-1" strike="noStrike">
              <a:solidFill>
                <a:schemeClr val="dk1"/>
              </a:solidFill>
              <a:latin typeface="Tenorite"/>
            </a:endParaRPr>
          </a:p>
        </p:txBody>
      </p:sp>
      <p:sp>
        <p:nvSpPr>
          <p:cNvPr id="131" name="PlaceHolder 2"/>
          <p:cNvSpPr>
            <a:spLocks noGrp="1"/>
          </p:cNvSpPr>
          <p:nvPr>
            <p:ph type="subTitle"/>
          </p:nvPr>
        </p:nvSpPr>
        <p:spPr>
          <a:xfrm>
            <a:off x="4543200" y="3570840"/>
            <a:ext cx="3000600" cy="54396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b="0" lang="en-US" sz="1800" spc="49" strike="noStrike">
                <a:solidFill>
                  <a:schemeClr val="lt1"/>
                </a:solidFill>
                <a:latin typeface="Tenorite"/>
              </a:rPr>
              <a:t>Questions, comments?</a:t>
            </a:r>
            <a:endParaRPr b="0" lang="en-US" sz="1800" spc="-1" strike="noStrike">
              <a:solidFill>
                <a:srgbClr val="ffffff"/>
              </a:solidFill>
              <a:latin typeface="Arial"/>
            </a:endParaRPr>
          </a:p>
        </p:txBody>
      </p:sp>
      <p:sp>
        <p:nvSpPr>
          <p:cNvPr id="132" name="PlaceHolder 3"/>
          <p:cNvSpPr>
            <a:spLocks noGrp="1"/>
          </p:cNvSpPr>
          <p:nvPr>
            <p:ph type="sldNum" idx="25"/>
          </p:nvPr>
        </p:nvSpPr>
        <p:spPr>
          <a:xfrm>
            <a:off x="9579600" y="6356520"/>
            <a:ext cx="177408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tint val="75000"/>
                  </a:schemeClr>
                </a:solidFill>
                <a:latin typeface="Tenorite"/>
              </a:defRPr>
            </a:lvl1pPr>
          </a:lstStyle>
          <a:p>
            <a:pPr indent="0" algn="r" defTabSz="914400">
              <a:lnSpc>
                <a:spcPct val="100000"/>
              </a:lnSpc>
              <a:buNone/>
            </a:pPr>
            <a:fld id="{70A49628-4AF4-4C77-B88D-17AF8743E457}" type="slidenum">
              <a:rPr b="0" lang="en-US" sz="900" spc="-1" strike="noStrike">
                <a:solidFill>
                  <a:schemeClr val="dk1">
                    <a:tint val="75000"/>
                  </a:schemeClr>
                </a:solidFill>
                <a:latin typeface="Tenorite"/>
              </a:rPr>
              <a:t>7</a:t>
            </a:fld>
            <a:endParaRPr b="0" lang="en-US" sz="9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ustom">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Custom">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Custom">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Custom">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Custom">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Custom">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Custom">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Custom">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Custom">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Custom">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Custom">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Custom">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Custom">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pitchFamily="0" charset="1"/>
        <a:ea typeface=""/>
        <a:cs typeface=""/>
      </a:majorFont>
      <a:minorFont>
        <a:latin typeface="Tenorite"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ABF691C-888B-4061-8A6F-D5CE84A0254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Words>442</Words>
  <Paragraphs>137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2025-04-26T18:46:06Z</dcterms:created>
  <dc:creator/>
  <dc:description/>
  <dc:language>en-US</dc:language>
  <cp:lastModifiedBy/>
  <dcterms:modified xsi:type="dcterms:W3CDTF">2026-09-30T20:09:46Z</dcterms:modified>
  <cp:revision>995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Notes">
    <vt:i4>8</vt:i4>
  </property>
  <property fmtid="{D5CDD505-2E9C-101B-9397-08002B2CF9AE}" pid="5" name="PresentationFormat">
    <vt:lpwstr>Widescreen</vt:lpwstr>
  </property>
  <property fmtid="{D5CDD505-2E9C-101B-9397-08002B2CF9AE}" pid="6" name="Slides">
    <vt:i4>8</vt:i4>
  </property>
</Properties>
</file>